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66" r:id="rId12"/>
  </p:sldIdLst>
  <p:sldSz cx="18288000" cy="10287000"/>
  <p:notesSz cx="6858000" cy="9144000"/>
  <p:embeddedFontLst>
    <p:embeddedFont>
      <p:font typeface="Clear Sans Regular Bold"/>
      <p:regular r:id="rId14"/>
    </p:embeddedFont>
    <p:embeddedFont>
      <p:font typeface="DM Sans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0FF"/>
    <a:srgbClr val="883C84"/>
    <a:srgbClr val="461B49"/>
    <a:srgbClr val="963488"/>
    <a:srgbClr val="2831A2"/>
    <a:srgbClr val="2086AA"/>
    <a:srgbClr val="1994B1"/>
    <a:srgbClr val="00B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18639E-812B-41E3-8EF9-0DB4ED133FAA}" v="67" dt="2024-11-16T12:22:34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279" autoAdjust="0"/>
    <p:restoredTop sz="73146" autoAdjust="0"/>
  </p:normalViewPr>
  <p:slideViewPr>
    <p:cSldViewPr>
      <p:cViewPr varScale="1">
        <p:scale>
          <a:sx n="40" d="100"/>
          <a:sy n="40" d="100"/>
        </p:scale>
        <p:origin x="85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Mehrotra" userId="b605d411f9e5501e" providerId="LiveId" clId="{B218639E-812B-41E3-8EF9-0DB4ED133FAA}"/>
    <pc:docChg chg="undo custSel modSld">
      <pc:chgData name="Manas Mehrotra" userId="b605d411f9e5501e" providerId="LiveId" clId="{B218639E-812B-41E3-8EF9-0DB4ED133FAA}" dt="2024-11-16T12:22:05.337" v="2620" actId="20577"/>
      <pc:docMkLst>
        <pc:docMk/>
      </pc:docMkLst>
      <pc:sldChg chg="addSp modSp mod modTransition modAnim">
        <pc:chgData name="Manas Mehrotra" userId="b605d411f9e5501e" providerId="LiveId" clId="{B218639E-812B-41E3-8EF9-0DB4ED133FAA}" dt="2024-11-16T12:09:38.287" v="2602"/>
        <pc:sldMkLst>
          <pc:docMk/>
          <pc:sldMk cId="0" sldId="256"/>
        </pc:sldMkLst>
        <pc:spChg chg="mod">
          <ac:chgData name="Manas Mehrotra" userId="b605d411f9e5501e" providerId="LiveId" clId="{B218639E-812B-41E3-8EF9-0DB4ED133FAA}" dt="2024-11-16T08:21:37.995" v="40" actId="1076"/>
          <ac:spMkLst>
            <pc:docMk/>
            <pc:sldMk cId="0" sldId="256"/>
            <ac:spMk id="24" creationId="{00000000-0000-0000-0000-000000000000}"/>
          </ac:spMkLst>
        </pc:spChg>
        <pc:picChg chg="add mod">
          <ac:chgData name="Manas Mehrotra" userId="b605d411f9e5501e" providerId="LiveId" clId="{B218639E-812B-41E3-8EF9-0DB4ED133FAA}" dt="2024-11-16T09:35:39.929" v="2599"/>
          <ac:picMkLst>
            <pc:docMk/>
            <pc:sldMk cId="0" sldId="256"/>
            <ac:picMk id="25" creationId="{2024B06D-D09F-E3EE-ED28-2498353AA44A}"/>
          </ac:picMkLst>
        </pc:picChg>
        <pc:picChg chg="add mod">
          <ac:chgData name="Manas Mehrotra" userId="b605d411f9e5501e" providerId="LiveId" clId="{B218639E-812B-41E3-8EF9-0DB4ED133FAA}" dt="2024-11-16T12:09:38.287" v="2602"/>
          <ac:picMkLst>
            <pc:docMk/>
            <pc:sldMk cId="0" sldId="256"/>
            <ac:picMk id="25" creationId="{C0A3E27E-73C2-2472-6BA5-DB6FFB810DB5}"/>
          </ac:picMkLst>
        </pc:picChg>
        <pc:picChg chg="add mod">
          <ac:chgData name="Manas Mehrotra" userId="b605d411f9e5501e" providerId="LiveId" clId="{B218639E-812B-41E3-8EF9-0DB4ED133FAA}" dt="2024-11-16T09:37:20.373" v="2601"/>
          <ac:picMkLst>
            <pc:docMk/>
            <pc:sldMk cId="0" sldId="256"/>
            <ac:picMk id="26" creationId="{9F6CFC88-8225-B730-CE73-F66BE3D56A9E}"/>
          </ac:picMkLst>
        </pc:picChg>
      </pc:sldChg>
      <pc:sldChg chg="addSp modSp mod modTransition modAnim">
        <pc:chgData name="Manas Mehrotra" userId="b605d411f9e5501e" providerId="LiveId" clId="{B218639E-812B-41E3-8EF9-0DB4ED133FAA}" dt="2024-11-16T12:11:18.997" v="2603"/>
        <pc:sldMkLst>
          <pc:docMk/>
          <pc:sldMk cId="0" sldId="257"/>
        </pc:sldMkLst>
        <pc:spChg chg="mod">
          <ac:chgData name="Manas Mehrotra" userId="b605d411f9e5501e" providerId="LiveId" clId="{B218639E-812B-41E3-8EF9-0DB4ED133FAA}" dt="2024-11-16T08:24:38.769" v="77" actId="313"/>
          <ac:spMkLst>
            <pc:docMk/>
            <pc:sldMk cId="0" sldId="257"/>
            <ac:spMk id="3" creationId="{00000000-0000-0000-0000-000000000000}"/>
          </ac:spMkLst>
        </pc:spChg>
        <pc:spChg chg="mod">
          <ac:chgData name="Manas Mehrotra" userId="b605d411f9e5501e" providerId="LiveId" clId="{B218639E-812B-41E3-8EF9-0DB4ED133FAA}" dt="2024-11-16T08:39:24.880" v="575" actId="403"/>
          <ac:spMkLst>
            <pc:docMk/>
            <pc:sldMk cId="0" sldId="257"/>
            <ac:spMk id="4" creationId="{00000000-0000-0000-0000-000000000000}"/>
          </ac:spMkLst>
        </pc:spChg>
        <pc:picChg chg="add mod">
          <ac:chgData name="Manas Mehrotra" userId="b605d411f9e5501e" providerId="LiveId" clId="{B218639E-812B-41E3-8EF9-0DB4ED133FAA}" dt="2024-11-16T09:35:39.929" v="2599"/>
          <ac:picMkLst>
            <pc:docMk/>
            <pc:sldMk cId="0" sldId="257"/>
            <ac:picMk id="22" creationId="{27311892-05C0-BD4C-41D1-2F20F7B0583A}"/>
          </ac:picMkLst>
        </pc:picChg>
        <pc:picChg chg="add mod">
          <ac:chgData name="Manas Mehrotra" userId="b605d411f9e5501e" providerId="LiveId" clId="{B218639E-812B-41E3-8EF9-0DB4ED133FAA}" dt="2024-11-16T12:11:18.997" v="2603"/>
          <ac:picMkLst>
            <pc:docMk/>
            <pc:sldMk cId="0" sldId="257"/>
            <ac:picMk id="22" creationId="{73B64CFA-256E-3D16-B5AF-F03AEA081538}"/>
          </ac:picMkLst>
        </pc:picChg>
        <pc:picChg chg="add mod">
          <ac:chgData name="Manas Mehrotra" userId="b605d411f9e5501e" providerId="LiveId" clId="{B218639E-812B-41E3-8EF9-0DB4ED133FAA}" dt="2024-11-16T09:37:20.373" v="2601"/>
          <ac:picMkLst>
            <pc:docMk/>
            <pc:sldMk cId="0" sldId="257"/>
            <ac:picMk id="23" creationId="{A05E9FAD-C37D-8B4F-ED02-04653976482D}"/>
          </ac:picMkLst>
        </pc:picChg>
      </pc:sldChg>
      <pc:sldChg chg="addSp modSp mod modTransition modAnim">
        <pc:chgData name="Manas Mehrotra" userId="b605d411f9e5501e" providerId="LiveId" clId="{B218639E-812B-41E3-8EF9-0DB4ED133FAA}" dt="2024-11-16T12:11:18.997" v="2603"/>
        <pc:sldMkLst>
          <pc:docMk/>
          <pc:sldMk cId="0" sldId="258"/>
        </pc:sldMkLst>
        <pc:spChg chg="mod">
          <ac:chgData name="Manas Mehrotra" userId="b605d411f9e5501e" providerId="LiveId" clId="{B218639E-812B-41E3-8EF9-0DB4ED133FAA}" dt="2024-11-16T08:39:56.780" v="580" actId="14100"/>
          <ac:spMkLst>
            <pc:docMk/>
            <pc:sldMk cId="0" sldId="258"/>
            <ac:spMk id="31" creationId="{00000000-0000-0000-0000-000000000000}"/>
          </ac:spMkLst>
        </pc:spChg>
        <pc:spChg chg="add mod">
          <ac:chgData name="Manas Mehrotra" userId="b605d411f9e5501e" providerId="LiveId" clId="{B218639E-812B-41E3-8EF9-0DB4ED133FAA}" dt="2024-11-16T08:43:08.552" v="948" actId="1076"/>
          <ac:spMkLst>
            <pc:docMk/>
            <pc:sldMk cId="0" sldId="258"/>
            <ac:spMk id="34" creationId="{AB2D359F-46D2-3782-23E2-1FDC115DC140}"/>
          </ac:spMkLst>
        </pc:spChg>
        <pc:picChg chg="add mod">
          <ac:chgData name="Manas Mehrotra" userId="b605d411f9e5501e" providerId="LiveId" clId="{B218639E-812B-41E3-8EF9-0DB4ED133FAA}" dt="2024-11-16T09:35:39.929" v="2599"/>
          <ac:picMkLst>
            <pc:docMk/>
            <pc:sldMk cId="0" sldId="258"/>
            <ac:picMk id="35" creationId="{D3E58115-83AB-52F6-37BE-F5D5B9FBFAC0}"/>
          </ac:picMkLst>
        </pc:picChg>
        <pc:picChg chg="add mod">
          <ac:chgData name="Manas Mehrotra" userId="b605d411f9e5501e" providerId="LiveId" clId="{B218639E-812B-41E3-8EF9-0DB4ED133FAA}" dt="2024-11-16T12:11:18.997" v="2603"/>
          <ac:picMkLst>
            <pc:docMk/>
            <pc:sldMk cId="0" sldId="258"/>
            <ac:picMk id="35" creationId="{F619AA61-FDAE-EE30-CD2E-1A4E841D942A}"/>
          </ac:picMkLst>
        </pc:picChg>
        <pc:picChg chg="add mod">
          <ac:chgData name="Manas Mehrotra" userId="b605d411f9e5501e" providerId="LiveId" clId="{B218639E-812B-41E3-8EF9-0DB4ED133FAA}" dt="2024-11-16T09:37:20.373" v="2601"/>
          <ac:picMkLst>
            <pc:docMk/>
            <pc:sldMk cId="0" sldId="258"/>
            <ac:picMk id="36" creationId="{0180C67D-8400-C4C7-497A-AAF825AA8E53}"/>
          </ac:picMkLst>
        </pc:picChg>
      </pc:sldChg>
      <pc:sldChg chg="addSp delSp modSp mod modTransition modAnim">
        <pc:chgData name="Manas Mehrotra" userId="b605d411f9e5501e" providerId="LiveId" clId="{B218639E-812B-41E3-8EF9-0DB4ED133FAA}" dt="2024-11-16T12:11:18.997" v="2603"/>
        <pc:sldMkLst>
          <pc:docMk/>
          <pc:sldMk cId="0" sldId="259"/>
        </pc:sldMkLst>
        <pc:spChg chg="mod">
          <ac:chgData name="Manas Mehrotra" userId="b605d411f9e5501e" providerId="LiveId" clId="{B218639E-812B-41E3-8EF9-0DB4ED133FAA}" dt="2024-11-16T08:24:38.232" v="76" actId="1076"/>
          <ac:spMkLst>
            <pc:docMk/>
            <pc:sldMk cId="0" sldId="259"/>
            <ac:spMk id="6" creationId="{00000000-0000-0000-0000-000000000000}"/>
          </ac:spMkLst>
        </pc:spChg>
        <pc:spChg chg="add mod">
          <ac:chgData name="Manas Mehrotra" userId="b605d411f9e5501e" providerId="LiveId" clId="{B218639E-812B-41E3-8EF9-0DB4ED133FAA}" dt="2024-11-16T08:24:24.246" v="71" actId="767"/>
          <ac:spMkLst>
            <pc:docMk/>
            <pc:sldMk cId="0" sldId="259"/>
            <ac:spMk id="22" creationId="{039F8F81-9078-A3DC-039B-33734EC03AE5}"/>
          </ac:spMkLst>
        </pc:spChg>
        <pc:spChg chg="add mod">
          <ac:chgData name="Manas Mehrotra" userId="b605d411f9e5501e" providerId="LiveId" clId="{B218639E-812B-41E3-8EF9-0DB4ED133FAA}" dt="2024-11-16T08:51:16.935" v="1444" actId="1076"/>
          <ac:spMkLst>
            <pc:docMk/>
            <pc:sldMk cId="0" sldId="259"/>
            <ac:spMk id="22" creationId="{1C4206A9-4356-AAA5-BB68-7119DA4FB6B3}"/>
          </ac:spMkLst>
        </pc:spChg>
        <pc:spChg chg="add mod">
          <ac:chgData name="Manas Mehrotra" userId="b605d411f9e5501e" providerId="LiveId" clId="{B218639E-812B-41E3-8EF9-0DB4ED133FAA}" dt="2024-11-16T08:24:33.061" v="75" actId="767"/>
          <ac:spMkLst>
            <pc:docMk/>
            <pc:sldMk cId="0" sldId="259"/>
            <ac:spMk id="23" creationId="{11D4CC95-3D0F-AFBD-2C12-081CD7D031D0}"/>
          </ac:spMkLst>
        </pc:spChg>
        <pc:spChg chg="add del mod">
          <ac:chgData name="Manas Mehrotra" userId="b605d411f9e5501e" providerId="LiveId" clId="{B218639E-812B-41E3-8EF9-0DB4ED133FAA}" dt="2024-11-16T08:43:26.518" v="951" actId="478"/>
          <ac:spMkLst>
            <pc:docMk/>
            <pc:sldMk cId="0" sldId="259"/>
            <ac:spMk id="24" creationId="{0423C6BF-5D70-B862-6002-2DDB552467E8}"/>
          </ac:spMkLst>
        </pc:spChg>
        <pc:grpChg chg="mod">
          <ac:chgData name="Manas Mehrotra" userId="b605d411f9e5501e" providerId="LiveId" clId="{B218639E-812B-41E3-8EF9-0DB4ED133FAA}" dt="2024-11-16T08:51:12.295" v="1443" actId="1076"/>
          <ac:grpSpMkLst>
            <pc:docMk/>
            <pc:sldMk cId="0" sldId="259"/>
            <ac:grpSpMk id="7" creationId="{00000000-0000-0000-0000-000000000000}"/>
          </ac:grpSpMkLst>
        </pc:grpChg>
        <pc:picChg chg="add mod">
          <ac:chgData name="Manas Mehrotra" userId="b605d411f9e5501e" providerId="LiveId" clId="{B218639E-812B-41E3-8EF9-0DB4ED133FAA}" dt="2024-11-16T12:11:18.997" v="2603"/>
          <ac:picMkLst>
            <pc:docMk/>
            <pc:sldMk cId="0" sldId="259"/>
            <ac:picMk id="23" creationId="{71599D54-77D3-3A02-1647-02FDB2BEFC44}"/>
          </ac:picMkLst>
        </pc:picChg>
        <pc:picChg chg="add mod">
          <ac:chgData name="Manas Mehrotra" userId="b605d411f9e5501e" providerId="LiveId" clId="{B218639E-812B-41E3-8EF9-0DB4ED133FAA}" dt="2024-11-16T09:35:39.929" v="2599"/>
          <ac:picMkLst>
            <pc:docMk/>
            <pc:sldMk cId="0" sldId="259"/>
            <ac:picMk id="23" creationId="{86873C13-6613-C2D5-E109-004239575370}"/>
          </ac:picMkLst>
        </pc:picChg>
        <pc:picChg chg="add mod">
          <ac:chgData name="Manas Mehrotra" userId="b605d411f9e5501e" providerId="LiveId" clId="{B218639E-812B-41E3-8EF9-0DB4ED133FAA}" dt="2024-11-16T09:37:20.373" v="2601"/>
          <ac:picMkLst>
            <pc:docMk/>
            <pc:sldMk cId="0" sldId="259"/>
            <ac:picMk id="24" creationId="{BD13331A-71BB-232B-4D54-820924D7A34B}"/>
          </ac:picMkLst>
        </pc:picChg>
      </pc:sldChg>
      <pc:sldChg chg="addSp delSp modSp mod modTransition modAnim">
        <pc:chgData name="Manas Mehrotra" userId="b605d411f9e5501e" providerId="LiveId" clId="{B218639E-812B-41E3-8EF9-0DB4ED133FAA}" dt="2024-11-16T12:22:05.337" v="2620" actId="20577"/>
        <pc:sldMkLst>
          <pc:docMk/>
          <pc:sldMk cId="0" sldId="260"/>
        </pc:sldMkLst>
        <pc:spChg chg="del mod">
          <ac:chgData name="Manas Mehrotra" userId="b605d411f9e5501e" providerId="LiveId" clId="{B218639E-812B-41E3-8EF9-0DB4ED133FAA}" dt="2024-11-16T08:30:31.604" v="196" actId="478"/>
          <ac:spMkLst>
            <pc:docMk/>
            <pc:sldMk cId="0" sldId="260"/>
            <ac:spMk id="31" creationId="{00000000-0000-0000-0000-000000000000}"/>
          </ac:spMkLst>
        </pc:spChg>
        <pc:spChg chg="add mod">
          <ac:chgData name="Manas Mehrotra" userId="b605d411f9e5501e" providerId="LiveId" clId="{B218639E-812B-41E3-8EF9-0DB4ED133FAA}" dt="2024-11-16T08:49:04.350" v="1317" actId="14100"/>
          <ac:spMkLst>
            <pc:docMk/>
            <pc:sldMk cId="0" sldId="260"/>
            <ac:spMk id="31" creationId="{35B3D529-0572-826E-E1D6-23B3C3C21616}"/>
          </ac:spMkLst>
        </pc:spChg>
        <pc:spChg chg="add mod">
          <ac:chgData name="Manas Mehrotra" userId="b605d411f9e5501e" providerId="LiveId" clId="{B218639E-812B-41E3-8EF9-0DB4ED133FAA}" dt="2024-11-16T08:46:38.079" v="1187" actId="1076"/>
          <ac:spMkLst>
            <pc:docMk/>
            <pc:sldMk cId="0" sldId="260"/>
            <ac:spMk id="32" creationId="{3AC4B210-4626-09BE-5409-B1F65A742941}"/>
          </ac:spMkLst>
        </pc:spChg>
        <pc:spChg chg="add mod">
          <ac:chgData name="Manas Mehrotra" userId="b605d411f9e5501e" providerId="LiveId" clId="{B218639E-812B-41E3-8EF9-0DB4ED133FAA}" dt="2024-11-16T08:48:54.696" v="1312" actId="403"/>
          <ac:spMkLst>
            <pc:docMk/>
            <pc:sldMk cId="0" sldId="260"/>
            <ac:spMk id="33" creationId="{D70A0BD7-9336-41DB-116F-A6E08F8203DF}"/>
          </ac:spMkLst>
        </pc:spChg>
        <pc:spChg chg="add mod">
          <ac:chgData name="Manas Mehrotra" userId="b605d411f9e5501e" providerId="LiveId" clId="{B218639E-812B-41E3-8EF9-0DB4ED133FAA}" dt="2024-11-16T12:22:05.337" v="2620" actId="20577"/>
          <ac:spMkLst>
            <pc:docMk/>
            <pc:sldMk cId="0" sldId="260"/>
            <ac:spMk id="34" creationId="{08C2194B-BD1B-4BC2-F9FA-848025073973}"/>
          </ac:spMkLst>
        </pc:spChg>
        <pc:picChg chg="add mod">
          <ac:chgData name="Manas Mehrotra" userId="b605d411f9e5501e" providerId="LiveId" clId="{B218639E-812B-41E3-8EF9-0DB4ED133FAA}" dt="2024-11-16T09:35:39.929" v="2599"/>
          <ac:picMkLst>
            <pc:docMk/>
            <pc:sldMk cId="0" sldId="260"/>
            <ac:picMk id="35" creationId="{A6E3FFEF-4A27-6732-DA65-5BD0E1123B90}"/>
          </ac:picMkLst>
        </pc:picChg>
        <pc:picChg chg="add mod">
          <ac:chgData name="Manas Mehrotra" userId="b605d411f9e5501e" providerId="LiveId" clId="{B218639E-812B-41E3-8EF9-0DB4ED133FAA}" dt="2024-11-16T12:11:18.997" v="2603"/>
          <ac:picMkLst>
            <pc:docMk/>
            <pc:sldMk cId="0" sldId="260"/>
            <ac:picMk id="35" creationId="{BD6AFC84-E261-1499-505E-676832D6D920}"/>
          </ac:picMkLst>
        </pc:picChg>
        <pc:picChg chg="add mod">
          <ac:chgData name="Manas Mehrotra" userId="b605d411f9e5501e" providerId="LiveId" clId="{B218639E-812B-41E3-8EF9-0DB4ED133FAA}" dt="2024-11-16T09:37:20.373" v="2601"/>
          <ac:picMkLst>
            <pc:docMk/>
            <pc:sldMk cId="0" sldId="260"/>
            <ac:picMk id="36" creationId="{B62F20AD-7B9A-301C-6BE9-161E149176DB}"/>
          </ac:picMkLst>
        </pc:picChg>
      </pc:sldChg>
      <pc:sldChg chg="addSp delSp modSp mod modTransition modAnim">
        <pc:chgData name="Manas Mehrotra" userId="b605d411f9e5501e" providerId="LiveId" clId="{B218639E-812B-41E3-8EF9-0DB4ED133FAA}" dt="2024-11-16T12:14:10.859" v="2609"/>
        <pc:sldMkLst>
          <pc:docMk/>
          <pc:sldMk cId="0" sldId="261"/>
        </pc:sldMkLst>
        <pc:spChg chg="mod">
          <ac:chgData name="Manas Mehrotra" userId="b605d411f9e5501e" providerId="LiveId" clId="{B218639E-812B-41E3-8EF9-0DB4ED133FAA}" dt="2024-11-16T08:36:42.374" v="504" actId="1076"/>
          <ac:spMkLst>
            <pc:docMk/>
            <pc:sldMk cId="0" sldId="261"/>
            <ac:spMk id="35" creationId="{00000000-0000-0000-0000-000000000000}"/>
          </ac:spMkLst>
        </pc:spChg>
        <pc:spChg chg="del">
          <ac:chgData name="Manas Mehrotra" userId="b605d411f9e5501e" providerId="LiveId" clId="{B218639E-812B-41E3-8EF9-0DB4ED133FAA}" dt="2024-11-16T08:36:16.885" v="498" actId="478"/>
          <ac:spMkLst>
            <pc:docMk/>
            <pc:sldMk cId="0" sldId="261"/>
            <ac:spMk id="36" creationId="{00000000-0000-0000-0000-000000000000}"/>
          </ac:spMkLst>
        </pc:spChg>
        <pc:spChg chg="del">
          <ac:chgData name="Manas Mehrotra" userId="b605d411f9e5501e" providerId="LiveId" clId="{B218639E-812B-41E3-8EF9-0DB4ED133FAA}" dt="2024-11-16T08:36:13.976" v="497" actId="478"/>
          <ac:spMkLst>
            <pc:docMk/>
            <pc:sldMk cId="0" sldId="261"/>
            <ac:spMk id="37" creationId="{00000000-0000-0000-0000-000000000000}"/>
          </ac:spMkLst>
        </pc:spChg>
        <pc:spChg chg="mod">
          <ac:chgData name="Manas Mehrotra" userId="b605d411f9e5501e" providerId="LiveId" clId="{B218639E-812B-41E3-8EF9-0DB4ED133FAA}" dt="2024-11-16T08:36:29.333" v="500" actId="1076"/>
          <ac:spMkLst>
            <pc:docMk/>
            <pc:sldMk cId="0" sldId="261"/>
            <ac:spMk id="38" creationId="{00000000-0000-0000-0000-000000000000}"/>
          </ac:spMkLst>
        </pc:spChg>
        <pc:spChg chg="add mod">
          <ac:chgData name="Manas Mehrotra" userId="b605d411f9e5501e" providerId="LiveId" clId="{B218639E-812B-41E3-8EF9-0DB4ED133FAA}" dt="2024-11-16T08:50:57.947" v="1442" actId="1076"/>
          <ac:spMkLst>
            <pc:docMk/>
            <pc:sldMk cId="0" sldId="261"/>
            <ac:spMk id="39" creationId="{EED49D18-4FF4-E6DC-510A-B24C2677A6C7}"/>
          </ac:spMkLst>
        </pc:spChg>
        <pc:spChg chg="add mod">
          <ac:chgData name="Manas Mehrotra" userId="b605d411f9e5501e" providerId="LiveId" clId="{B218639E-812B-41E3-8EF9-0DB4ED133FAA}" dt="2024-11-16T08:50:55.202" v="1441" actId="1076"/>
          <ac:spMkLst>
            <pc:docMk/>
            <pc:sldMk cId="0" sldId="261"/>
            <ac:spMk id="40" creationId="{B36ABC05-4597-1546-3BCD-4C48C76A1DF3}"/>
          </ac:spMkLst>
        </pc:spChg>
        <pc:spChg chg="add mod">
          <ac:chgData name="Manas Mehrotra" userId="b605d411f9e5501e" providerId="LiveId" clId="{B218639E-812B-41E3-8EF9-0DB4ED133FAA}" dt="2024-11-16T08:50:52.449" v="1440" actId="1076"/>
          <ac:spMkLst>
            <pc:docMk/>
            <pc:sldMk cId="0" sldId="261"/>
            <ac:spMk id="41" creationId="{FFEF4C9D-58FA-3183-5FC5-C445F5A22404}"/>
          </ac:spMkLst>
        </pc:spChg>
        <pc:grpChg chg="mod">
          <ac:chgData name="Manas Mehrotra" userId="b605d411f9e5501e" providerId="LiveId" clId="{B218639E-812B-41E3-8EF9-0DB4ED133FAA}" dt="2024-11-16T08:36:39.162" v="503" actId="1076"/>
          <ac:grpSpMkLst>
            <pc:docMk/>
            <pc:sldMk cId="0" sldId="261"/>
            <ac:grpSpMk id="17" creationId="{00000000-0000-0000-0000-000000000000}"/>
          </ac:grpSpMkLst>
        </pc:grpChg>
        <pc:grpChg chg="mod">
          <ac:chgData name="Manas Mehrotra" userId="b605d411f9e5501e" providerId="LiveId" clId="{B218639E-812B-41E3-8EF9-0DB4ED133FAA}" dt="2024-11-16T08:36:24.443" v="499" actId="1076"/>
          <ac:grpSpMkLst>
            <pc:docMk/>
            <pc:sldMk cId="0" sldId="261"/>
            <ac:grpSpMk id="21" creationId="{00000000-0000-0000-0000-000000000000}"/>
          </ac:grpSpMkLst>
        </pc:grpChg>
        <pc:grpChg chg="del">
          <ac:chgData name="Manas Mehrotra" userId="b605d411f9e5501e" providerId="LiveId" clId="{B218639E-812B-41E3-8EF9-0DB4ED133FAA}" dt="2024-11-16T08:36:08.397" v="494" actId="478"/>
          <ac:grpSpMkLst>
            <pc:docMk/>
            <pc:sldMk cId="0" sldId="261"/>
            <ac:grpSpMk id="25" creationId="{00000000-0000-0000-0000-000000000000}"/>
          </ac:grpSpMkLst>
        </pc:grpChg>
        <pc:grpChg chg="del mod">
          <ac:chgData name="Manas Mehrotra" userId="b605d411f9e5501e" providerId="LiveId" clId="{B218639E-812B-41E3-8EF9-0DB4ED133FAA}" dt="2024-11-16T08:36:09.289" v="496" actId="478"/>
          <ac:grpSpMkLst>
            <pc:docMk/>
            <pc:sldMk cId="0" sldId="261"/>
            <ac:grpSpMk id="29" creationId="{00000000-0000-0000-0000-000000000000}"/>
          </ac:grpSpMkLst>
        </pc:grpChg>
        <pc:picChg chg="add del mod">
          <ac:chgData name="Manas Mehrotra" userId="b605d411f9e5501e" providerId="LiveId" clId="{B218639E-812B-41E3-8EF9-0DB4ED133FAA}" dt="2024-11-16T12:11:27.221" v="2604"/>
          <ac:picMkLst>
            <pc:docMk/>
            <pc:sldMk cId="0" sldId="261"/>
            <ac:picMk id="25" creationId="{09F3EC61-6ADC-38E0-B042-07915E0CC72F}"/>
          </ac:picMkLst>
        </pc:picChg>
        <pc:picChg chg="add mod">
          <ac:chgData name="Manas Mehrotra" userId="b605d411f9e5501e" providerId="LiveId" clId="{B218639E-812B-41E3-8EF9-0DB4ED133FAA}" dt="2024-11-16T09:35:39.929" v="2599"/>
          <ac:picMkLst>
            <pc:docMk/>
            <pc:sldMk cId="0" sldId="261"/>
            <ac:picMk id="25" creationId="{E37562B9-DF01-00C6-9D07-49B0B6C82528}"/>
          </ac:picMkLst>
        </pc:picChg>
        <pc:picChg chg="add mod">
          <ac:chgData name="Manas Mehrotra" userId="b605d411f9e5501e" providerId="LiveId" clId="{B218639E-812B-41E3-8EF9-0DB4ED133FAA}" dt="2024-11-16T09:37:20.373" v="2601"/>
          <ac:picMkLst>
            <pc:docMk/>
            <pc:sldMk cId="0" sldId="261"/>
            <ac:picMk id="26" creationId="{3D8A6622-5D86-FA25-8405-484DFCA94BB5}"/>
          </ac:picMkLst>
        </pc:picChg>
        <pc:picChg chg="add del mod">
          <ac:chgData name="Manas Mehrotra" userId="b605d411f9e5501e" providerId="LiveId" clId="{B218639E-812B-41E3-8EF9-0DB4ED133FAA}" dt="2024-11-16T12:11:39.339" v="2606"/>
          <ac:picMkLst>
            <pc:docMk/>
            <pc:sldMk cId="0" sldId="261"/>
            <ac:picMk id="26" creationId="{E230A3E2-5C5C-A879-BF98-B539F0AC0FD1}"/>
          </ac:picMkLst>
        </pc:picChg>
        <pc:picChg chg="add del mod">
          <ac:chgData name="Manas Mehrotra" userId="b605d411f9e5501e" providerId="LiveId" clId="{B218639E-812B-41E3-8EF9-0DB4ED133FAA}" dt="2024-11-16T12:12:18.686" v="2608"/>
          <ac:picMkLst>
            <pc:docMk/>
            <pc:sldMk cId="0" sldId="261"/>
            <ac:picMk id="27" creationId="{DEF615AB-3345-E123-4637-53D1360F6754}"/>
          </ac:picMkLst>
        </pc:picChg>
        <pc:picChg chg="add mod">
          <ac:chgData name="Manas Mehrotra" userId="b605d411f9e5501e" providerId="LiveId" clId="{B218639E-812B-41E3-8EF9-0DB4ED133FAA}" dt="2024-11-16T12:14:10.859" v="2609"/>
          <ac:picMkLst>
            <pc:docMk/>
            <pc:sldMk cId="0" sldId="261"/>
            <ac:picMk id="28" creationId="{9A9A6718-0324-80C0-5BA3-ED385714AFA7}"/>
          </ac:picMkLst>
        </pc:picChg>
      </pc:sldChg>
      <pc:sldChg chg="addSp modSp mod modTransition modAnim">
        <pc:chgData name="Manas Mehrotra" userId="b605d411f9e5501e" providerId="LiveId" clId="{B218639E-812B-41E3-8EF9-0DB4ED133FAA}" dt="2024-11-16T12:14:10.859" v="2609"/>
        <pc:sldMkLst>
          <pc:docMk/>
          <pc:sldMk cId="0" sldId="262"/>
        </pc:sldMkLst>
        <pc:spChg chg="add mod">
          <ac:chgData name="Manas Mehrotra" userId="b605d411f9e5501e" providerId="LiveId" clId="{B218639E-812B-41E3-8EF9-0DB4ED133FAA}" dt="2024-11-16T08:57:03.132" v="1614" actId="1076"/>
          <ac:spMkLst>
            <pc:docMk/>
            <pc:sldMk cId="0" sldId="262"/>
            <ac:spMk id="14" creationId="{4E2DC066-AD22-211F-FC54-6A7AF9391AEB}"/>
          </ac:spMkLst>
        </pc:spChg>
        <pc:spChg chg="add mod">
          <ac:chgData name="Manas Mehrotra" userId="b605d411f9e5501e" providerId="LiveId" clId="{B218639E-812B-41E3-8EF9-0DB4ED133FAA}" dt="2024-11-16T08:57:11.109" v="1617" actId="1076"/>
          <ac:spMkLst>
            <pc:docMk/>
            <pc:sldMk cId="0" sldId="262"/>
            <ac:spMk id="15" creationId="{2ED55383-B168-2880-F615-FBFAAFD62CED}"/>
          </ac:spMkLst>
        </pc:spChg>
        <pc:spChg chg="add mod">
          <ac:chgData name="Manas Mehrotra" userId="b605d411f9e5501e" providerId="LiveId" clId="{B218639E-812B-41E3-8EF9-0DB4ED133FAA}" dt="2024-11-16T08:57:07.675" v="1616" actId="1076"/>
          <ac:spMkLst>
            <pc:docMk/>
            <pc:sldMk cId="0" sldId="262"/>
            <ac:spMk id="16" creationId="{16D1F701-5AE9-7BEF-C079-0B43A3F84418}"/>
          </ac:spMkLst>
        </pc:spChg>
        <pc:spChg chg="add mod">
          <ac:chgData name="Manas Mehrotra" userId="b605d411f9e5501e" providerId="LiveId" clId="{B218639E-812B-41E3-8EF9-0DB4ED133FAA}" dt="2024-11-16T08:56:55.281" v="1611" actId="1076"/>
          <ac:spMkLst>
            <pc:docMk/>
            <pc:sldMk cId="0" sldId="262"/>
            <ac:spMk id="17" creationId="{8DEE758C-7D5B-5BDD-CF33-834092A06777}"/>
          </ac:spMkLst>
        </pc:spChg>
        <pc:spChg chg="add mod">
          <ac:chgData name="Manas Mehrotra" userId="b605d411f9e5501e" providerId="LiveId" clId="{B218639E-812B-41E3-8EF9-0DB4ED133FAA}" dt="2024-11-16T08:56:57.009" v="1612" actId="1076"/>
          <ac:spMkLst>
            <pc:docMk/>
            <pc:sldMk cId="0" sldId="262"/>
            <ac:spMk id="18" creationId="{104821B1-A50E-301F-284D-641920075957}"/>
          </ac:spMkLst>
        </pc:spChg>
        <pc:spChg chg="add mod">
          <ac:chgData name="Manas Mehrotra" userId="b605d411f9e5501e" providerId="LiveId" clId="{B218639E-812B-41E3-8EF9-0DB4ED133FAA}" dt="2024-11-16T08:57:00.421" v="1613" actId="1076"/>
          <ac:spMkLst>
            <pc:docMk/>
            <pc:sldMk cId="0" sldId="262"/>
            <ac:spMk id="19" creationId="{7E397D64-0E0B-3C81-B92B-5D424CA04AE2}"/>
          </ac:spMkLst>
        </pc:spChg>
        <pc:picChg chg="add mod">
          <ac:chgData name="Manas Mehrotra" userId="b605d411f9e5501e" providerId="LiveId" clId="{B218639E-812B-41E3-8EF9-0DB4ED133FAA}" dt="2024-11-16T12:14:10.859" v="2609"/>
          <ac:picMkLst>
            <pc:docMk/>
            <pc:sldMk cId="0" sldId="262"/>
            <ac:picMk id="20" creationId="{4D446FB4-7A4D-EAB9-B458-6CF6359968F7}"/>
          </ac:picMkLst>
        </pc:picChg>
        <pc:picChg chg="add mod">
          <ac:chgData name="Manas Mehrotra" userId="b605d411f9e5501e" providerId="LiveId" clId="{B218639E-812B-41E3-8EF9-0DB4ED133FAA}" dt="2024-11-16T09:35:39.929" v="2599"/>
          <ac:picMkLst>
            <pc:docMk/>
            <pc:sldMk cId="0" sldId="262"/>
            <ac:picMk id="20" creationId="{5231EED6-F532-4F6C-CF05-3B7EC79012F4}"/>
          </ac:picMkLst>
        </pc:picChg>
        <pc:picChg chg="add mod">
          <ac:chgData name="Manas Mehrotra" userId="b605d411f9e5501e" providerId="LiveId" clId="{B218639E-812B-41E3-8EF9-0DB4ED133FAA}" dt="2024-11-16T09:37:20.373" v="2601"/>
          <ac:picMkLst>
            <pc:docMk/>
            <pc:sldMk cId="0" sldId="262"/>
            <ac:picMk id="21" creationId="{1222F05F-31F3-7AAD-7A0F-721E0E84D674}"/>
          </ac:picMkLst>
        </pc:picChg>
      </pc:sldChg>
      <pc:sldChg chg="addSp delSp modSp mod modTransition modAnim">
        <pc:chgData name="Manas Mehrotra" userId="b605d411f9e5501e" providerId="LiveId" clId="{B218639E-812B-41E3-8EF9-0DB4ED133FAA}" dt="2024-11-16T12:14:10.859" v="2609"/>
        <pc:sldMkLst>
          <pc:docMk/>
          <pc:sldMk cId="0" sldId="263"/>
        </pc:sldMkLst>
        <pc:spChg chg="add del mod">
          <ac:chgData name="Manas Mehrotra" userId="b605d411f9e5501e" providerId="LiveId" clId="{B218639E-812B-41E3-8EF9-0DB4ED133FAA}" dt="2024-11-16T09:17:42.148" v="1928" actId="478"/>
          <ac:spMkLst>
            <pc:docMk/>
            <pc:sldMk cId="0" sldId="263"/>
            <ac:spMk id="31" creationId="{33164736-B12D-0E34-0097-9C2BD139FDCC}"/>
          </ac:spMkLst>
        </pc:spChg>
        <pc:graphicFrameChg chg="add del mod">
          <ac:chgData name="Manas Mehrotra" userId="b605d411f9e5501e" providerId="LiveId" clId="{B218639E-812B-41E3-8EF9-0DB4ED133FAA}" dt="2024-11-16T09:01:12.314" v="1622" actId="478"/>
          <ac:graphicFrameMkLst>
            <pc:docMk/>
            <pc:sldMk cId="0" sldId="263"/>
            <ac:graphicFrameMk id="27" creationId="{AAE02C0D-DE22-925E-7D4B-5386732DB560}"/>
          </ac:graphicFrameMkLst>
        </pc:graphicFrameChg>
        <pc:graphicFrameChg chg="add del mod">
          <ac:chgData name="Manas Mehrotra" userId="b605d411f9e5501e" providerId="LiveId" clId="{B218639E-812B-41E3-8EF9-0DB4ED133FAA}" dt="2024-11-16T09:01:25.808" v="1628" actId="478"/>
          <ac:graphicFrameMkLst>
            <pc:docMk/>
            <pc:sldMk cId="0" sldId="263"/>
            <ac:graphicFrameMk id="28" creationId="{AAE02C0D-DE22-925E-7D4B-5386732DB560}"/>
          </ac:graphicFrameMkLst>
        </pc:graphicFrameChg>
        <pc:graphicFrameChg chg="add del mod">
          <ac:chgData name="Manas Mehrotra" userId="b605d411f9e5501e" providerId="LiveId" clId="{B218639E-812B-41E3-8EF9-0DB4ED133FAA}" dt="2024-11-16T09:03:43.812" v="1633" actId="478"/>
          <ac:graphicFrameMkLst>
            <pc:docMk/>
            <pc:sldMk cId="0" sldId="263"/>
            <ac:graphicFrameMk id="29" creationId="{AAE02C0D-DE22-925E-7D4B-5386732DB560}"/>
          </ac:graphicFrameMkLst>
        </pc:graphicFrameChg>
        <pc:graphicFrameChg chg="add mod">
          <ac:chgData name="Manas Mehrotra" userId="b605d411f9e5501e" providerId="LiveId" clId="{B218639E-812B-41E3-8EF9-0DB4ED133FAA}" dt="2024-11-16T09:17:47.548" v="1930" actId="1076"/>
          <ac:graphicFrameMkLst>
            <pc:docMk/>
            <pc:sldMk cId="0" sldId="263"/>
            <ac:graphicFrameMk id="30" creationId="{AAE02C0D-DE22-925E-7D4B-5386732DB560}"/>
          </ac:graphicFrameMkLst>
        </pc:graphicFrameChg>
        <pc:picChg chg="add mod">
          <ac:chgData name="Manas Mehrotra" userId="b605d411f9e5501e" providerId="LiveId" clId="{B218639E-812B-41E3-8EF9-0DB4ED133FAA}" dt="2024-11-16T09:35:39.929" v="2599"/>
          <ac:picMkLst>
            <pc:docMk/>
            <pc:sldMk cId="0" sldId="263"/>
            <ac:picMk id="27" creationId="{7B8E98EB-BAF3-398C-3048-475D5E9EF582}"/>
          </ac:picMkLst>
        </pc:picChg>
        <pc:picChg chg="add mod">
          <ac:chgData name="Manas Mehrotra" userId="b605d411f9e5501e" providerId="LiveId" clId="{B218639E-812B-41E3-8EF9-0DB4ED133FAA}" dt="2024-11-16T12:14:10.859" v="2609"/>
          <ac:picMkLst>
            <pc:docMk/>
            <pc:sldMk cId="0" sldId="263"/>
            <ac:picMk id="27" creationId="{E19EC577-73B6-EDF7-7178-FA28513DD366}"/>
          </ac:picMkLst>
        </pc:picChg>
        <pc:picChg chg="add mod">
          <ac:chgData name="Manas Mehrotra" userId="b605d411f9e5501e" providerId="LiveId" clId="{B218639E-812B-41E3-8EF9-0DB4ED133FAA}" dt="2024-11-16T09:37:20.373" v="2601"/>
          <ac:picMkLst>
            <pc:docMk/>
            <pc:sldMk cId="0" sldId="263"/>
            <ac:picMk id="28" creationId="{930F5501-FC34-F35B-B864-52A062CC3B20}"/>
          </ac:picMkLst>
        </pc:picChg>
      </pc:sldChg>
      <pc:sldChg chg="addSp delSp modSp mod modTransition modAnim">
        <pc:chgData name="Manas Mehrotra" userId="b605d411f9e5501e" providerId="LiveId" clId="{B218639E-812B-41E3-8EF9-0DB4ED133FAA}" dt="2024-11-16T12:16:17.573" v="2619"/>
        <pc:sldMkLst>
          <pc:docMk/>
          <pc:sldMk cId="0" sldId="265"/>
        </pc:sldMkLst>
        <pc:spChg chg="add mod">
          <ac:chgData name="Manas Mehrotra" userId="b605d411f9e5501e" providerId="LiveId" clId="{B218639E-812B-41E3-8EF9-0DB4ED133FAA}" dt="2024-11-16T09:23:37.092" v="2595" actId="1076"/>
          <ac:spMkLst>
            <pc:docMk/>
            <pc:sldMk cId="0" sldId="265"/>
            <ac:spMk id="17" creationId="{6A016929-0F30-D612-F94F-AE431056E3A1}"/>
          </ac:spMkLst>
        </pc:spChg>
        <pc:picChg chg="add mod">
          <ac:chgData name="Manas Mehrotra" userId="b605d411f9e5501e" providerId="LiveId" clId="{B218639E-812B-41E3-8EF9-0DB4ED133FAA}" dt="2024-11-16T09:35:39.929" v="2599"/>
          <ac:picMkLst>
            <pc:docMk/>
            <pc:sldMk cId="0" sldId="265"/>
            <ac:picMk id="18" creationId="{D1A3D8A2-6A01-48F0-C4E0-1F523A7A2DDB}"/>
          </ac:picMkLst>
        </pc:picChg>
        <pc:picChg chg="add del mod">
          <ac:chgData name="Manas Mehrotra" userId="b605d411f9e5501e" providerId="LiveId" clId="{B218639E-812B-41E3-8EF9-0DB4ED133FAA}" dt="2024-11-16T12:15:28.586" v="2618"/>
          <ac:picMkLst>
            <pc:docMk/>
            <pc:sldMk cId="0" sldId="265"/>
            <ac:picMk id="18" creationId="{E1972D02-812D-9C35-D53D-BD2EE2DD2940}"/>
          </ac:picMkLst>
        </pc:picChg>
        <pc:picChg chg="add mod">
          <ac:chgData name="Manas Mehrotra" userId="b605d411f9e5501e" providerId="LiveId" clId="{B218639E-812B-41E3-8EF9-0DB4ED133FAA}" dt="2024-11-16T12:16:17.573" v="2619"/>
          <ac:picMkLst>
            <pc:docMk/>
            <pc:sldMk cId="0" sldId="265"/>
            <ac:picMk id="19" creationId="{B8538EC5-A87F-36E8-E161-D3A4A4465087}"/>
          </ac:picMkLst>
        </pc:picChg>
        <pc:picChg chg="add mod">
          <ac:chgData name="Manas Mehrotra" userId="b605d411f9e5501e" providerId="LiveId" clId="{B218639E-812B-41E3-8EF9-0DB4ED133FAA}" dt="2024-11-16T09:37:20.373" v="2601"/>
          <ac:picMkLst>
            <pc:docMk/>
            <pc:sldMk cId="0" sldId="265"/>
            <ac:picMk id="19" creationId="{D28A675C-079F-8D41-EB96-27751589CCCB}"/>
          </ac:picMkLst>
        </pc:picChg>
      </pc:sldChg>
      <pc:sldChg chg="addSp delSp modSp mod modTransition modAnim">
        <pc:chgData name="Manas Mehrotra" userId="b605d411f9e5501e" providerId="LiveId" clId="{B218639E-812B-41E3-8EF9-0DB4ED133FAA}" dt="2024-11-16T12:16:17.573" v="2619"/>
        <pc:sldMkLst>
          <pc:docMk/>
          <pc:sldMk cId="0" sldId="266"/>
        </pc:sldMkLst>
        <pc:spChg chg="del mod">
          <ac:chgData name="Manas Mehrotra" userId="b605d411f9e5501e" providerId="LiveId" clId="{B218639E-812B-41E3-8EF9-0DB4ED133FAA}" dt="2024-11-16T09:23:45.942" v="2597" actId="478"/>
          <ac:spMkLst>
            <pc:docMk/>
            <pc:sldMk cId="0" sldId="266"/>
            <ac:spMk id="2" creationId="{00000000-0000-0000-0000-000000000000}"/>
          </ac:spMkLst>
        </pc:spChg>
        <pc:picChg chg="add mod">
          <ac:chgData name="Manas Mehrotra" userId="b605d411f9e5501e" providerId="LiveId" clId="{B218639E-812B-41E3-8EF9-0DB4ED133FAA}" dt="2024-11-16T09:35:39.929" v="2599"/>
          <ac:picMkLst>
            <pc:docMk/>
            <pc:sldMk cId="0" sldId="266"/>
            <ac:picMk id="2" creationId="{1364D907-40A2-972F-0769-B21CFD0F487E}"/>
          </ac:picMkLst>
        </pc:picChg>
        <pc:picChg chg="add mod">
          <ac:chgData name="Manas Mehrotra" userId="b605d411f9e5501e" providerId="LiveId" clId="{B218639E-812B-41E3-8EF9-0DB4ED133FAA}" dt="2024-11-16T12:16:17.573" v="2619"/>
          <ac:picMkLst>
            <pc:docMk/>
            <pc:sldMk cId="0" sldId="266"/>
            <ac:picMk id="2" creationId="{6AFD375F-82DF-63F3-6F1A-AEA51633FE73}"/>
          </ac:picMkLst>
        </pc:picChg>
        <pc:picChg chg="add mod">
          <ac:chgData name="Manas Mehrotra" userId="b605d411f9e5501e" providerId="LiveId" clId="{B218639E-812B-41E3-8EF9-0DB4ED133FAA}" dt="2024-11-16T09:37:20.373" v="2601"/>
          <ac:picMkLst>
            <pc:docMk/>
            <pc:sldMk cId="0" sldId="266"/>
            <ac:picMk id="24" creationId="{58E666E8-1269-1B8E-08F9-0E4626C810AA}"/>
          </ac:picMkLst>
        </pc:picChg>
      </pc:sldChg>
      <pc:sldChg chg="addSp delSp modSp mod modTransition modAnim">
        <pc:chgData name="Manas Mehrotra" userId="b605d411f9e5501e" providerId="LiveId" clId="{B218639E-812B-41E3-8EF9-0DB4ED133FAA}" dt="2024-11-16T12:15:26.782" v="2617"/>
        <pc:sldMkLst>
          <pc:docMk/>
          <pc:sldMk cId="2453851658" sldId="267"/>
        </pc:sldMkLst>
        <pc:spChg chg="add del mod">
          <ac:chgData name="Manas Mehrotra" userId="b605d411f9e5501e" providerId="LiveId" clId="{B218639E-812B-41E3-8EF9-0DB4ED133FAA}" dt="2024-11-16T09:17:26.720" v="1925" actId="478"/>
          <ac:spMkLst>
            <pc:docMk/>
            <pc:sldMk cId="2453851658" sldId="267"/>
            <ac:spMk id="30" creationId="{0E6C4B13-D5BF-98D0-8343-4C93A3F21911}"/>
          </ac:spMkLst>
        </pc:spChg>
        <pc:graphicFrameChg chg="add del mod">
          <ac:chgData name="Manas Mehrotra" userId="b605d411f9e5501e" providerId="LiveId" clId="{B218639E-812B-41E3-8EF9-0DB4ED133FAA}" dt="2024-11-16T09:15:14.060" v="1806" actId="478"/>
          <ac:graphicFrameMkLst>
            <pc:docMk/>
            <pc:sldMk cId="2453851658" sldId="267"/>
            <ac:graphicFrameMk id="27" creationId="{FC3C39AA-C504-825A-A40B-4850BA764D27}"/>
          </ac:graphicFrameMkLst>
        </pc:graphicFrameChg>
        <pc:graphicFrameChg chg="add del mod">
          <ac:chgData name="Manas Mehrotra" userId="b605d411f9e5501e" providerId="LiveId" clId="{B218639E-812B-41E3-8EF9-0DB4ED133FAA}" dt="2024-11-16T09:15:37.919" v="1813" actId="478"/>
          <ac:graphicFrameMkLst>
            <pc:docMk/>
            <pc:sldMk cId="2453851658" sldId="267"/>
            <ac:graphicFrameMk id="28" creationId="{FC3C39AA-C504-825A-A40B-4850BA764D27}"/>
          </ac:graphicFrameMkLst>
        </pc:graphicFrameChg>
        <pc:graphicFrameChg chg="add mod">
          <ac:chgData name="Manas Mehrotra" userId="b605d411f9e5501e" providerId="LiveId" clId="{B218639E-812B-41E3-8EF9-0DB4ED133FAA}" dt="2024-11-16T09:17:53.149" v="1932" actId="1076"/>
          <ac:graphicFrameMkLst>
            <pc:docMk/>
            <pc:sldMk cId="2453851658" sldId="267"/>
            <ac:graphicFrameMk id="29" creationId="{FC3C39AA-C504-825A-A40B-4850BA764D27}"/>
          </ac:graphicFrameMkLst>
        </pc:graphicFrameChg>
        <pc:picChg chg="add mod">
          <ac:chgData name="Manas Mehrotra" userId="b605d411f9e5501e" providerId="LiveId" clId="{B218639E-812B-41E3-8EF9-0DB4ED133FAA}" dt="2024-11-16T09:35:39.929" v="2599"/>
          <ac:picMkLst>
            <pc:docMk/>
            <pc:sldMk cId="2453851658" sldId="267"/>
            <ac:picMk id="27" creationId="{5D7B3699-77CA-BE9B-1422-4C009B8A1123}"/>
          </ac:picMkLst>
        </pc:picChg>
        <pc:picChg chg="add del mod">
          <ac:chgData name="Manas Mehrotra" userId="b605d411f9e5501e" providerId="LiveId" clId="{B218639E-812B-41E3-8EF9-0DB4ED133FAA}" dt="2024-11-16T12:14:13.821" v="2610"/>
          <ac:picMkLst>
            <pc:docMk/>
            <pc:sldMk cId="2453851658" sldId="267"/>
            <ac:picMk id="27" creationId="{6FED0561-21C8-EE0B-E618-8750B30299AE}"/>
          </ac:picMkLst>
        </pc:picChg>
        <pc:picChg chg="add del mod">
          <ac:chgData name="Manas Mehrotra" userId="b605d411f9e5501e" providerId="LiveId" clId="{B218639E-812B-41E3-8EF9-0DB4ED133FAA}" dt="2024-11-16T12:14:23.525" v="2612"/>
          <ac:picMkLst>
            <pc:docMk/>
            <pc:sldMk cId="2453851658" sldId="267"/>
            <ac:picMk id="28" creationId="{C9489B02-9BF8-3D68-4277-D62BBC0B6727}"/>
          </ac:picMkLst>
        </pc:picChg>
        <pc:picChg chg="add mod">
          <ac:chgData name="Manas Mehrotra" userId="b605d411f9e5501e" providerId="LiveId" clId="{B218639E-812B-41E3-8EF9-0DB4ED133FAA}" dt="2024-11-16T09:37:20.373" v="2601"/>
          <ac:picMkLst>
            <pc:docMk/>
            <pc:sldMk cId="2453851658" sldId="267"/>
            <ac:picMk id="28" creationId="{D6BED687-86B0-D8DD-7F6E-3FE735957196}"/>
          </ac:picMkLst>
        </pc:picChg>
        <pc:picChg chg="add del mod">
          <ac:chgData name="Manas Mehrotra" userId="b605d411f9e5501e" providerId="LiveId" clId="{B218639E-812B-41E3-8EF9-0DB4ED133FAA}" dt="2024-11-16T12:14:38.186" v="2614"/>
          <ac:picMkLst>
            <pc:docMk/>
            <pc:sldMk cId="2453851658" sldId="267"/>
            <ac:picMk id="30" creationId="{71D50428-8776-CDE6-8314-B42EE76D7E13}"/>
          </ac:picMkLst>
        </pc:picChg>
        <pc:picChg chg="add del mod">
          <ac:chgData name="Manas Mehrotra" userId="b605d411f9e5501e" providerId="LiveId" clId="{B218639E-812B-41E3-8EF9-0DB4ED133FAA}" dt="2024-11-16T12:14:49.862" v="2616"/>
          <ac:picMkLst>
            <pc:docMk/>
            <pc:sldMk cId="2453851658" sldId="267"/>
            <ac:picMk id="31" creationId="{4EF01217-50B1-08C3-8744-30FFEF92ACFB}"/>
          </ac:picMkLst>
        </pc:picChg>
        <pc:picChg chg="add mod">
          <ac:chgData name="Manas Mehrotra" userId="b605d411f9e5501e" providerId="LiveId" clId="{B218639E-812B-41E3-8EF9-0DB4ED133FAA}" dt="2024-11-16T12:15:26.782" v="2617"/>
          <ac:picMkLst>
            <pc:docMk/>
            <pc:sldMk cId="2453851658" sldId="267"/>
            <ac:picMk id="32" creationId="{9719E610-A70E-781A-7D11-5366C9D4FC5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605d411f9e5501e/Desktop/Accenture%20data%20analytics%20virtual%20experience/Reaction%20tab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605d411f9e5501e/Desktop/Accenture%20data%20analytics%20virtual%20experience/Reaction%20tabl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[Reaction table.xlsx]top category!PivotTable1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Top 5 Categories by Aggregate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5.833333333333323E-2"/>
              <c:y val="-0.11574074074074078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8.3333333333333332E-3"/>
              <c:y val="-0.10185185185185189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-2.7777777777777828E-2"/>
              <c:y val="-0.1111111111111111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8.3333333333333332E-3"/>
              <c:y val="-6.9444444444444448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8.3333333333333332E-3"/>
              <c:y val="-4.6296296296296315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8.3333333333333332E-3"/>
              <c:y val="-4.6296296296296315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8.3333333333333332E-3"/>
              <c:y val="-6.9444444444444448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-2.7777777777777828E-2"/>
              <c:y val="-0.1111111111111111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8.3333333333333332E-3"/>
              <c:y val="-0.10185185185185189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5.833333333333323E-2"/>
              <c:y val="-0.11574074074074078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8.3333333333333332E-3"/>
              <c:y val="-4.6296296296296315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8.3333333333333332E-3"/>
              <c:y val="-6.9444444444444448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-2.7777777777777828E-2"/>
              <c:y val="-0.1111111111111111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8.3333333333333332E-3"/>
              <c:y val="-0.10185185185185189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dLbl>
          <c:idx val="0"/>
          <c:layout>
            <c:manualLayout>
              <c:x val="5.833333333333323E-2"/>
              <c:y val="-0.11574074074074078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'top category'!$B$3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8.3333333333333332E-3"/>
                  <c:y val="-4.629629629629631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45F-4DB1-AD49-7D321B679E1A}"/>
                </c:ext>
              </c:extLst>
            </c:dLbl>
            <c:dLbl>
              <c:idx val="1"/>
              <c:layout>
                <c:manualLayout>
                  <c:x val="8.3333333333333332E-3"/>
                  <c:y val="-6.9444444444444448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5F-4DB1-AD49-7D321B679E1A}"/>
                </c:ext>
              </c:extLst>
            </c:dLbl>
            <c:dLbl>
              <c:idx val="2"/>
              <c:layout>
                <c:manualLayout>
                  <c:x val="-2.7777777777777828E-2"/>
                  <c:y val="-0.1111111111111111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45F-4DB1-AD49-7D321B679E1A}"/>
                </c:ext>
              </c:extLst>
            </c:dLbl>
            <c:dLbl>
              <c:idx val="3"/>
              <c:layout>
                <c:manualLayout>
                  <c:x val="8.3333333333333332E-3"/>
                  <c:y val="-0.10185185185185189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5F-4DB1-AD49-7D321B679E1A}"/>
                </c:ext>
              </c:extLst>
            </c:dLbl>
            <c:dLbl>
              <c:idx val="4"/>
              <c:layout>
                <c:manualLayout>
                  <c:x val="5.833333333333323E-2"/>
                  <c:y val="-0.11574074074074078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45F-4DB1-AD49-7D321B679E1A}"/>
                </c:ext>
              </c:extLst>
            </c:dLbl>
            <c:spPr>
              <a:solidFill>
                <a:prstClr val="white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'top category'!$A$4:$A$9</c:f>
              <c:strCache>
                <c:ptCount val="5"/>
                <c:pt idx="0">
                  <c:v>Animals</c:v>
                </c:pt>
                <c:pt idx="1">
                  <c:v>food</c:v>
                </c:pt>
                <c:pt idx="2">
                  <c:v>healthy eating</c:v>
                </c:pt>
                <c:pt idx="3">
                  <c:v>science</c:v>
                </c:pt>
                <c:pt idx="4">
                  <c:v>technology</c:v>
                </c:pt>
              </c:strCache>
            </c:strRef>
          </c:cat>
          <c:val>
            <c:numRef>
              <c:f>'top category'!$B$4:$B$9</c:f>
              <c:numCache>
                <c:formatCode>General</c:formatCode>
                <c:ptCount val="5"/>
                <c:pt idx="0">
                  <c:v>74965</c:v>
                </c:pt>
                <c:pt idx="1">
                  <c:v>66676</c:v>
                </c:pt>
                <c:pt idx="2">
                  <c:v>69339</c:v>
                </c:pt>
                <c:pt idx="3">
                  <c:v>71168</c:v>
                </c:pt>
                <c:pt idx="4">
                  <c:v>68738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45F-4DB1-AD49-7D321B679E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879020719"/>
        <c:axId val="879018319"/>
        <c:axId val="0"/>
      </c:bar3DChart>
      <c:catAx>
        <c:axId val="8790207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9018319"/>
        <c:crosses val="autoZero"/>
        <c:auto val="1"/>
        <c:lblAlgn val="ctr"/>
        <c:lblOffset val="100"/>
        <c:noMultiLvlLbl val="0"/>
      </c:catAx>
      <c:valAx>
        <c:axId val="879018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9020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[Reaction table.xlsx]category per percent!PivotTable2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Percentage share from top 5 categories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9136023622047255"/>
              <c:y val="-0.1645122484689413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4288692038495193"/>
              <c:y val="8.67392096821230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2.5422572178477692E-2"/>
              <c:y val="-0.26188867016622924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58DBB09D-2885-456B-AB3A-6F7AEA6C3CC5}" type="VALUE">
                  <a:rPr lang="en-US" sz="1400"/>
                  <a:pPr>
                    <a:defRPr sz="1400" b="0" i="0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"/>
        <c:spPr>
          <a:solidFill>
            <a:schemeClr val="accent4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9.9381233595800519E-2"/>
              <c:y val="-0.1436967774861476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4795056867891512"/>
              <c:y val="9.854549431321080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4288692038495193"/>
              <c:y val="8.67392096821230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9136023622047255"/>
              <c:y val="-0.1645122484689413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2.5422572178477692E-2"/>
              <c:y val="-0.26188867016622924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58DBB09D-2885-456B-AB3A-6F7AEA6C3CC5}" type="VALUE">
                  <a:rPr lang="en-US" sz="1400"/>
                  <a:pPr>
                    <a:defRPr sz="1400" b="0" i="0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9.9381233595800519E-2"/>
              <c:y val="-0.1436967774861476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4795056867891512"/>
              <c:y val="9.854549431321080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4288692038495193"/>
              <c:y val="8.67392096821230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9136023622047255"/>
              <c:y val="-0.1645122484689413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2.5422572178477692E-2"/>
              <c:y val="-0.26188867016622924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58DBB09D-2885-456B-AB3A-6F7AEA6C3CC5}" type="VALUE">
                  <a:rPr lang="en-US" sz="1400"/>
                  <a:pPr>
                    <a:defRPr sz="1400" b="0" i="0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9.9381233595800519E-2"/>
              <c:y val="-0.1436967774861476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4795056867891512"/>
              <c:y val="9.854549431321080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'category per percent'!$B$3</c:f>
              <c:strCache>
                <c:ptCount val="1"/>
                <c:pt idx="0">
                  <c:v>Total</c:v>
                </c:pt>
              </c:strCache>
            </c:strRef>
          </c:tx>
          <c:explosion val="11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B27-483F-9560-6FAC6079894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B27-483F-9560-6FAC6079894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B27-483F-9560-6FAC6079894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B27-483F-9560-6FAC6079894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9B27-483F-9560-6FAC60798944}"/>
              </c:ext>
            </c:extLst>
          </c:dPt>
          <c:dLbls>
            <c:dLbl>
              <c:idx val="0"/>
              <c:layout>
                <c:manualLayout>
                  <c:x val="-0.14288692038495193"/>
                  <c:y val="8.6739209682123022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B27-483F-9560-6FAC60798944}"/>
                </c:ext>
              </c:extLst>
            </c:dLbl>
            <c:dLbl>
              <c:idx val="1"/>
              <c:layout>
                <c:manualLayout>
                  <c:x val="-0.19136023622047255"/>
                  <c:y val="-0.16451224846894139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B27-483F-9560-6FAC60798944}"/>
                </c:ext>
              </c:extLst>
            </c:dLbl>
            <c:dLbl>
              <c:idx val="2"/>
              <c:layout>
                <c:manualLayout>
                  <c:x val="2.5422572178477692E-2"/>
                  <c:y val="-0.26188867016622924"/>
                </c:manualLayout>
              </c:layout>
              <c:tx>
                <c:rich>
                  <a:bodyPr/>
                  <a:lstStyle/>
                  <a:p>
                    <a:fld id="{58DBB09D-2885-456B-AB3A-6F7AEA6C3CC5}" type="VALUE">
                      <a:rPr lang="en-US" sz="1400"/>
                      <a:pPr/>
                      <a:t>[VALUE]</a:t>
                    </a:fld>
                    <a:endParaRPr lang="en-IN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B27-483F-9560-6FAC60798944}"/>
                </c:ext>
              </c:extLst>
            </c:dLbl>
            <c:dLbl>
              <c:idx val="3"/>
              <c:layout>
                <c:manualLayout>
                  <c:x val="9.9381233595800519E-2"/>
                  <c:y val="-0.1436967774861476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B27-483F-9560-6FAC60798944}"/>
                </c:ext>
              </c:extLst>
            </c:dLbl>
            <c:dLbl>
              <c:idx val="4"/>
              <c:layout>
                <c:manualLayout>
                  <c:x val="0.14795056867891512"/>
                  <c:y val="9.8545494313210802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B27-483F-9560-6FAC607989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'category per percent'!$A$4:$A$9</c:f>
              <c:strCache>
                <c:ptCount val="5"/>
                <c:pt idx="0">
                  <c:v>Animals</c:v>
                </c:pt>
                <c:pt idx="1">
                  <c:v>food</c:v>
                </c:pt>
                <c:pt idx="2">
                  <c:v>healthy eating</c:v>
                </c:pt>
                <c:pt idx="3">
                  <c:v>science</c:v>
                </c:pt>
                <c:pt idx="4">
                  <c:v>technology</c:v>
                </c:pt>
              </c:strCache>
            </c:strRef>
          </c:cat>
          <c:val>
            <c:numRef>
              <c:f>'category per percent'!$B$4:$B$9</c:f>
              <c:numCache>
                <c:formatCode>0.00%</c:formatCode>
                <c:ptCount val="5"/>
                <c:pt idx="0">
                  <c:v>0.21364488751332342</c:v>
                </c:pt>
                <c:pt idx="1">
                  <c:v>0.19002183045205565</c:v>
                </c:pt>
                <c:pt idx="2">
                  <c:v>0.19761118995913202</c:v>
                </c:pt>
                <c:pt idx="3">
                  <c:v>0.20282370912490097</c:v>
                </c:pt>
                <c:pt idx="4">
                  <c:v>0.19589838295058795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B27-483F-9560-6FAC6079894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473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png"/><Relationship Id="rId12" Type="http://schemas.openxmlformats.org/officeDocument/2006/relationships/image" Target="../media/image5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7.svg"/><Relationship Id="rId11" Type="http://schemas.openxmlformats.org/officeDocument/2006/relationships/image" Target="../media/image13.jpe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4.jpe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8.xml"/><Relationship Id="rId9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9.xml"/><Relationship Id="rId9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9.jpe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0.sv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94731" y="0"/>
            <a:ext cx="1893269" cy="10287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3" name="Group 3"/>
          <p:cNvGrpSpPr/>
          <p:nvPr/>
        </p:nvGrpSpPr>
        <p:grpSpPr>
          <a:xfrm>
            <a:off x="6545735" y="406153"/>
            <a:ext cx="10042534" cy="9474693"/>
            <a:chOff x="0" y="0"/>
            <a:chExt cx="13390046" cy="12632924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923321" y="0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923321" y="3279405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923321" y="6558809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46166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0"/>
              <a:ext cx="3005065" cy="2794710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3279405"/>
              <a:ext cx="3005065" cy="2794710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6558809"/>
              <a:ext cx="3005065" cy="279471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1104900" y="824285"/>
            <a:ext cx="8750843" cy="8318192"/>
            <a:chOff x="0" y="0"/>
            <a:chExt cx="11667791" cy="11090922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1931835" y="1354967"/>
              <a:ext cx="9735956" cy="9735956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AU" dirty="0"/>
              </a:p>
            </p:txBody>
          </p:sp>
        </p:grpSp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96140" y="376277"/>
              <a:ext cx="9735956" cy="9756713"/>
            </a:xfrm>
            <a:prstGeom prst="rect">
              <a:avLst/>
            </a:prstGeom>
          </p:spPr>
        </p:pic>
      </p:grpSp>
      <p:sp>
        <p:nvSpPr>
          <p:cNvPr id="24" name="TextBox 24"/>
          <p:cNvSpPr txBox="1"/>
          <p:nvPr/>
        </p:nvSpPr>
        <p:spPr>
          <a:xfrm>
            <a:off x="2401264" y="2796331"/>
            <a:ext cx="5482998" cy="4185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9"/>
              </a:lnSpc>
            </a:pPr>
            <a:r>
              <a:rPr lang="en-US" sz="8000" spc="-105" dirty="0">
                <a:solidFill>
                  <a:srgbClr val="FFFFFF"/>
                </a:solidFill>
                <a:latin typeface="Graphik Regular" panose="020B0503030202060203" pitchFamily="34" charset="0"/>
              </a:rPr>
              <a:t>Social Media and Content Creation</a:t>
            </a:r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C0A3E27E-73C2-2472-6BA5-DB6FFB810D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3"/>
    </mc:Choice>
    <mc:Fallback xmlns="">
      <p:transition spd="slow" advTm="61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1591" y="3285301"/>
            <a:ext cx="8673443" cy="3809324"/>
            <a:chOff x="0" y="0"/>
            <a:chExt cx="11564591" cy="5079097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1564591" cy="1641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8000" spc="-80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Today's Agenda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298166"/>
              <a:ext cx="11564591" cy="2780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r>
                <a:rPr lang="en-US" sz="32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Project Recap</a:t>
              </a:r>
            </a:p>
            <a:p>
              <a:pPr>
                <a:lnSpc>
                  <a:spcPts val="2660"/>
                </a:lnSpc>
              </a:pPr>
              <a:r>
                <a:rPr lang="en-US" sz="32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Problem</a:t>
              </a:r>
            </a:p>
            <a:p>
              <a:pPr>
                <a:lnSpc>
                  <a:spcPts val="2660"/>
                </a:lnSpc>
              </a:pPr>
              <a:r>
                <a:rPr lang="en-US" sz="32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The Analytics Team</a:t>
              </a:r>
            </a:p>
            <a:p>
              <a:pPr>
                <a:lnSpc>
                  <a:spcPts val="2660"/>
                </a:lnSpc>
              </a:pPr>
              <a:r>
                <a:rPr lang="en-US" sz="32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Process</a:t>
              </a:r>
            </a:p>
            <a:p>
              <a:pPr>
                <a:lnSpc>
                  <a:spcPts val="2660"/>
                </a:lnSpc>
              </a:pPr>
              <a:r>
                <a:rPr lang="en-US" sz="32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Insights</a:t>
              </a:r>
            </a:p>
            <a:p>
              <a:pPr>
                <a:lnSpc>
                  <a:spcPts val="2660"/>
                </a:lnSpc>
              </a:pPr>
              <a:r>
                <a:rPr lang="en-US" sz="32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Summary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07242" y="-1685151"/>
            <a:ext cx="3545508" cy="3370302"/>
            <a:chOff x="0" y="0"/>
            <a:chExt cx="4727344" cy="4493736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3610070" y="3458349"/>
            <a:ext cx="3545508" cy="3370302"/>
            <a:chOff x="0" y="0"/>
            <a:chExt cx="4727344" cy="4493736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11912898" y="8601849"/>
            <a:ext cx="3545508" cy="3370302"/>
            <a:chOff x="0" y="0"/>
            <a:chExt cx="4727344" cy="4493736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-927557" y="406153"/>
            <a:ext cx="2253799" cy="9474693"/>
            <a:chOff x="0" y="0"/>
            <a:chExt cx="3005065" cy="1263292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</p:grp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73B64CFA-256E-3D16-B5AF-F03AEA0815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30"/>
    </mc:Choice>
    <mc:Fallback xmlns="">
      <p:transition spd="slow" advTm="82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7113" y="584601"/>
            <a:ext cx="17253775" cy="9117799"/>
            <a:chOff x="0" y="0"/>
            <a:chExt cx="23005033" cy="1215706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3155875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6311751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9467626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3155875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6311751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9467626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3155875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6311751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9467626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3155875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6311751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9467626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3155875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6311751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9467626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3155875"/>
              <a:ext cx="2891870" cy="2689439"/>
            </a:xfrm>
            <a:prstGeom prst="rect">
              <a:avLst/>
            </a:prstGeom>
          </p:spPr>
        </p:pic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6311751"/>
              <a:ext cx="2891870" cy="2689439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9467626"/>
              <a:ext cx="2891870" cy="2689439"/>
            </a:xfrm>
            <a:prstGeom prst="rect">
              <a:avLst/>
            </a:prstGeom>
          </p:spPr>
        </p:pic>
        <p:pic>
          <p:nvPicPr>
            <p:cNvPr id="27" name="Picture 2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155875"/>
              <a:ext cx="2891870" cy="2689439"/>
            </a:xfrm>
            <a:prstGeom prst="rect">
              <a:avLst/>
            </a:prstGeom>
          </p:spPr>
        </p:pic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311751"/>
              <a:ext cx="2891870" cy="2689439"/>
            </a:xfrm>
            <a:prstGeom prst="rect">
              <a:avLst/>
            </a:prstGeom>
          </p:spPr>
        </p:pic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467626"/>
              <a:ext cx="2891870" cy="2689439"/>
            </a:xfrm>
            <a:prstGeom prst="rect">
              <a:avLst/>
            </a:prstGeom>
          </p:spPr>
        </p:pic>
      </p:grpSp>
      <p:sp>
        <p:nvSpPr>
          <p:cNvPr id="31" name="AutoShape 31"/>
          <p:cNvSpPr/>
          <p:nvPr/>
        </p:nvSpPr>
        <p:spPr>
          <a:xfrm>
            <a:off x="4946896" y="2005584"/>
            <a:ext cx="11342283" cy="627583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b="321"/>
          <a:stretch>
            <a:fillRect/>
          </a:stretch>
        </p:blipFill>
        <p:spPr>
          <a:xfrm rot="10799999">
            <a:off x="1983048" y="1909668"/>
            <a:ext cx="6453903" cy="6467663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2969013" y="3935700"/>
            <a:ext cx="4481973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Project Recap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2D359F-46D2-3782-23E2-1FDC115DC140}"/>
              </a:ext>
            </a:extLst>
          </p:cNvPr>
          <p:cNvSpPr txBox="1"/>
          <p:nvPr/>
        </p:nvSpPr>
        <p:spPr>
          <a:xfrm>
            <a:off x="9236941" y="2517976"/>
            <a:ext cx="6019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Social Buzz is a fast growing technology unicorn that need to adapt quickly to it’s global scale.</a:t>
            </a:r>
          </a:p>
          <a:p>
            <a:r>
              <a:rPr lang="en-US" sz="2800" dirty="0"/>
              <a:t>Accenture has begun a 3 month POC focusing on these tasks: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An audit Social Buzz’s big data practice</a:t>
            </a:r>
          </a:p>
          <a:p>
            <a:pPr marL="342900" indent="-342900">
              <a:buAutoNum type="arabicPeriod"/>
            </a:pPr>
            <a:r>
              <a:rPr lang="en-US" sz="2800" dirty="0"/>
              <a:t>Recommendations for a successful IPO</a:t>
            </a:r>
          </a:p>
          <a:p>
            <a:pPr marL="342900" indent="-342900">
              <a:buAutoNum type="arabicPeriod"/>
            </a:pPr>
            <a:r>
              <a:rPr lang="en-US" sz="2800" dirty="0"/>
              <a:t>Analysis to find Social Buzz’s top 5 most popular categories of content</a:t>
            </a:r>
            <a:endParaRPr lang="en-IN" sz="2800" dirty="0"/>
          </a:p>
        </p:txBody>
      </p:sp>
      <p:pic>
        <p:nvPicPr>
          <p:cNvPr id="35" name="Audio 34">
            <a:hlinkClick r:id="" action="ppaction://media"/>
            <a:extLst>
              <a:ext uri="{FF2B5EF4-FFF2-40B4-BE49-F238E27FC236}">
                <a16:creationId xmlns:a16="http://schemas.microsoft.com/office/drawing/2014/main" id="{F619AA61-FDAE-EE30-CD2E-1A4E841D94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123"/>
    </mc:Choice>
    <mc:Fallback xmlns="">
      <p:transition spd="slow" advTm="221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8195696"/>
            <a:ext cx="3545508" cy="3370302"/>
            <a:chOff x="0" y="0"/>
            <a:chExt cx="4727344" cy="4493736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sp>
        <p:nvSpPr>
          <p:cNvPr id="6" name="AutoShape 6"/>
          <p:cNvSpPr/>
          <p:nvPr/>
        </p:nvSpPr>
        <p:spPr>
          <a:xfrm>
            <a:off x="0" y="0"/>
            <a:ext cx="9964482" cy="10287000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txBody>
          <a:bodyPr/>
          <a:lstStyle/>
          <a:p>
            <a:endParaRPr lang="en-AU" dirty="0"/>
          </a:p>
        </p:txBody>
      </p:sp>
      <p:grpSp>
        <p:nvGrpSpPr>
          <p:cNvPr id="7" name="Group 7"/>
          <p:cNvGrpSpPr/>
          <p:nvPr/>
        </p:nvGrpSpPr>
        <p:grpSpPr>
          <a:xfrm>
            <a:off x="84245" y="255494"/>
            <a:ext cx="2253799" cy="9474693"/>
            <a:chOff x="0" y="0"/>
            <a:chExt cx="3005065" cy="12632924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298688" y="1464558"/>
            <a:ext cx="3438614" cy="3297100"/>
            <a:chOff x="0" y="154662"/>
            <a:chExt cx="4584818" cy="4396135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656398"/>
              <a:ext cx="3894399" cy="3894399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963488"/>
              </a:solidFill>
            </p:spPr>
            <p:txBody>
              <a:bodyPr/>
              <a:lstStyle/>
              <a:p>
                <a:endParaRPr lang="en-AU" dirty="0"/>
              </a:p>
            </p:txBody>
          </p:sp>
        </p:grpSp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b="321"/>
            <a:stretch>
              <a:fillRect/>
            </a:stretch>
          </p:blipFill>
          <p:spPr>
            <a:xfrm rot="16484543">
              <a:off x="686267" y="150511"/>
              <a:ext cx="3894400" cy="3902702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15986267" y="-1061348"/>
            <a:ext cx="3545508" cy="3370302"/>
            <a:chOff x="0" y="0"/>
            <a:chExt cx="4727344" cy="4493736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rcRect l="24693" r="24693"/>
          <a:stretch>
            <a:fillRect/>
          </a:stretch>
        </p:blipFill>
        <p:spPr>
          <a:xfrm>
            <a:off x="11007484" y="1028700"/>
            <a:ext cx="6251816" cy="8229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3069738" y="2308953"/>
            <a:ext cx="578686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Problem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4206A9-4356-AAA5-BB68-7119DA4FB6B3}"/>
              </a:ext>
            </a:extLst>
          </p:cNvPr>
          <p:cNvSpPr txBox="1"/>
          <p:nvPr/>
        </p:nvSpPr>
        <p:spPr>
          <a:xfrm>
            <a:off x="2505317" y="5254697"/>
            <a:ext cx="618960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Over 100000 posts per day</a:t>
            </a:r>
          </a:p>
          <a:p>
            <a:r>
              <a:rPr lang="en-US" sz="4000" dirty="0">
                <a:solidFill>
                  <a:schemeClr val="bg1"/>
                </a:solidFill>
              </a:rPr>
              <a:t>36,500,000 pieces of content per year!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But how to capitalize on it when there is so much?</a:t>
            </a:r>
          </a:p>
          <a:p>
            <a:r>
              <a:rPr lang="en-US" sz="2400" dirty="0">
                <a:solidFill>
                  <a:schemeClr val="bg1"/>
                </a:solidFill>
              </a:rPr>
              <a:t>Analysis to find Social Buzz’s top 5 most popular categories of content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71599D54-77D3-3A02-1647-02FDB2BEFC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46"/>
    </mc:Choice>
    <mc:Fallback xmlns="">
      <p:transition spd="slow" advTm="108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6723" y="406153"/>
            <a:ext cx="9939843" cy="9474693"/>
            <a:chOff x="0" y="0"/>
            <a:chExt cx="13253124" cy="126329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416020" y="0"/>
              <a:ext cx="3005065" cy="279471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416020" y="9838214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832040" y="0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832040" y="9838214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0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3279405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6558809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9838214"/>
              <a:ext cx="3005065" cy="2794710"/>
            </a:xfrm>
            <a:prstGeom prst="rect">
              <a:avLst/>
            </a:prstGeom>
          </p:spPr>
        </p:pic>
      </p:grpSp>
      <p:sp>
        <p:nvSpPr>
          <p:cNvPr id="15" name="AutoShape 15"/>
          <p:cNvSpPr/>
          <p:nvPr/>
        </p:nvSpPr>
        <p:spPr>
          <a:xfrm>
            <a:off x="2110745" y="1825527"/>
            <a:ext cx="6750815" cy="6635945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825797" y="1270731"/>
            <a:ext cx="2085137" cy="2085137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1419219" y="1028700"/>
            <a:ext cx="2174041" cy="2165548"/>
            <a:chOff x="0" y="0"/>
            <a:chExt cx="6502400" cy="6477000"/>
          </a:xfrm>
        </p:grpSpPr>
        <p:sp>
          <p:nvSpPr>
            <p:cNvPr id="19" name="Freeform 19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7"/>
              <a:stretch>
                <a:fillRect l="-136837" t="-28774" r="-84967" b="-86469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1825797" y="4221947"/>
            <a:ext cx="2085137" cy="2085137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AU" dirty="0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1411515" y="4002073"/>
            <a:ext cx="2187334" cy="2123082"/>
            <a:chOff x="-23042" y="66269"/>
            <a:chExt cx="6542158" cy="6349987"/>
          </a:xfrm>
        </p:grpSpPr>
        <p:sp>
          <p:nvSpPr>
            <p:cNvPr id="24" name="Freeform 24"/>
            <p:cNvSpPr/>
            <p:nvPr/>
          </p:nvSpPr>
          <p:spPr>
            <a:xfrm>
              <a:off x="-23042" y="119185"/>
              <a:ext cx="6542158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8"/>
              <a:stretch>
                <a:fillRect l="-162891" t="-16684" r="-160683" b="-166629"/>
              </a:stretch>
            </a:blipFill>
            <a:ln>
              <a:solidFill>
                <a:srgbClr val="00BAFF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1825797" y="7173163"/>
            <a:ext cx="2085137" cy="2085137"/>
            <a:chOff x="0" y="0"/>
            <a:chExt cx="6350000" cy="6350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AU" dirty="0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1419219" y="6931132"/>
            <a:ext cx="2174041" cy="2165548"/>
            <a:chOff x="0" y="0"/>
            <a:chExt cx="6502400" cy="6477000"/>
          </a:xfrm>
        </p:grpSpPr>
        <p:sp>
          <p:nvSpPr>
            <p:cNvPr id="29" name="Freeform 29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9"/>
              <a:stretch>
                <a:fillRect l="-164266" t="1917" r="-22903" b="-93994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AC4B210-4626-09BE-5409-B1F65A742941}"/>
              </a:ext>
            </a:extLst>
          </p:cNvPr>
          <p:cNvSpPr txBox="1"/>
          <p:nvPr/>
        </p:nvSpPr>
        <p:spPr>
          <a:xfrm>
            <a:off x="2091131" y="3518752"/>
            <a:ext cx="70332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i="0" dirty="0">
                <a:solidFill>
                  <a:srgbClr val="000000"/>
                </a:solidFill>
                <a:effectLst/>
                <a:latin typeface="DM Sans" pitchFamily="2" charset="0"/>
              </a:rPr>
              <a:t>THE </a:t>
            </a:r>
            <a:r>
              <a:rPr lang="en-US" sz="7200" b="1" dirty="0">
                <a:solidFill>
                  <a:srgbClr val="000000"/>
                </a:solidFill>
                <a:latin typeface="DM Sans" pitchFamily="2" charset="0"/>
              </a:rPr>
              <a:t>ANALYTICS TEAM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B3D529-0572-826E-E1D6-23B3C3C21616}"/>
              </a:ext>
            </a:extLst>
          </p:cNvPr>
          <p:cNvSpPr txBox="1"/>
          <p:nvPr/>
        </p:nvSpPr>
        <p:spPr>
          <a:xfrm>
            <a:off x="14325600" y="1270731"/>
            <a:ext cx="358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Andrew Fleming</a:t>
            </a:r>
          </a:p>
          <a:p>
            <a:r>
              <a:rPr lang="en-US" sz="3200" dirty="0"/>
              <a:t>(Chief Technical Architect)</a:t>
            </a:r>
            <a:endParaRPr lang="en-IN" sz="3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0A0BD7-9336-41DB-116F-A6E08F8203DF}"/>
              </a:ext>
            </a:extLst>
          </p:cNvPr>
          <p:cNvSpPr txBox="1"/>
          <p:nvPr/>
        </p:nvSpPr>
        <p:spPr>
          <a:xfrm>
            <a:off x="14293092" y="4533900"/>
            <a:ext cx="31567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Marcus </a:t>
            </a:r>
            <a:r>
              <a:rPr lang="en-US" sz="3200" b="1" dirty="0" err="1"/>
              <a:t>Rompton</a:t>
            </a:r>
            <a:endParaRPr lang="en-US" sz="3200" b="1" dirty="0"/>
          </a:p>
          <a:p>
            <a:r>
              <a:rPr lang="en-IN" sz="3200" dirty="0"/>
              <a:t>(Senior Principle)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C2194B-BD1B-4BC2-F9FA-848025073973}"/>
              </a:ext>
            </a:extLst>
          </p:cNvPr>
          <p:cNvSpPr txBox="1"/>
          <p:nvPr/>
        </p:nvSpPr>
        <p:spPr>
          <a:xfrm>
            <a:off x="14293092" y="7421293"/>
            <a:ext cx="3004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Manas Mehrotra</a:t>
            </a:r>
          </a:p>
          <a:p>
            <a:r>
              <a:rPr lang="en-US" sz="3200" dirty="0"/>
              <a:t>(Data Analyst)</a:t>
            </a:r>
          </a:p>
        </p:txBody>
      </p:sp>
      <p:pic>
        <p:nvPicPr>
          <p:cNvPr id="35" name="Audio 34">
            <a:hlinkClick r:id="" action="ppaction://media"/>
            <a:extLst>
              <a:ext uri="{FF2B5EF4-FFF2-40B4-BE49-F238E27FC236}">
                <a16:creationId xmlns:a16="http://schemas.microsoft.com/office/drawing/2014/main" id="{BD6AFC84-E261-1499-505E-676832D6D9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66"/>
    </mc:Choice>
    <mc:Fallback xmlns="">
      <p:transition spd="slow" advTm="110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3415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5296" y="406153"/>
            <a:ext cx="10042534" cy="9474693"/>
            <a:chOff x="0" y="0"/>
            <a:chExt cx="13390046" cy="126329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10232"/>
            <a:stretch>
              <a:fillRect/>
            </a:stretch>
          </p:blipFill>
          <p:spPr>
            <a:xfrm>
              <a:off x="6923321" y="6558809"/>
              <a:ext cx="2697587" cy="279471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1903391" y="1027892"/>
            <a:ext cx="1854962" cy="1781248"/>
            <a:chOff x="0" y="0"/>
            <a:chExt cx="2473282" cy="2374997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4472438" y="3798720"/>
            <a:ext cx="1854962" cy="1781248"/>
            <a:chOff x="0" y="0"/>
            <a:chExt cx="2473282" cy="2374997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6971361" y="6256058"/>
            <a:ext cx="1854962" cy="1781248"/>
            <a:chOff x="0" y="0"/>
            <a:chExt cx="2473282" cy="2374997"/>
          </a:xfrm>
        </p:grpSpPr>
        <p:grpSp>
          <p:nvGrpSpPr>
            <p:cNvPr id="22" name="Group 22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sp>
        <p:nvSpPr>
          <p:cNvPr id="33" name="TextBox 33"/>
          <p:cNvSpPr txBox="1"/>
          <p:nvPr/>
        </p:nvSpPr>
        <p:spPr>
          <a:xfrm>
            <a:off x="10667818" y="1028700"/>
            <a:ext cx="6642545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Process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30944" y="1372359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28334" y="4191354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66999" y="6652974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D49D18-4FF4-E6DC-510A-B24C2677A6C7}"/>
              </a:ext>
            </a:extLst>
          </p:cNvPr>
          <p:cNvSpPr txBox="1"/>
          <p:nvPr/>
        </p:nvSpPr>
        <p:spPr>
          <a:xfrm>
            <a:off x="4047200" y="1431566"/>
            <a:ext cx="7824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Data Understanding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6ABC05-4597-1546-3BCD-4C48C76A1DF3}"/>
              </a:ext>
            </a:extLst>
          </p:cNvPr>
          <p:cNvSpPr txBox="1"/>
          <p:nvPr/>
        </p:nvSpPr>
        <p:spPr>
          <a:xfrm>
            <a:off x="6992402" y="4175585"/>
            <a:ext cx="8400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Data Cleaning and Data Modelling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EF4C9D-58FA-3183-5FC5-C445F5A22404}"/>
              </a:ext>
            </a:extLst>
          </p:cNvPr>
          <p:cNvSpPr txBox="1"/>
          <p:nvPr/>
        </p:nvSpPr>
        <p:spPr>
          <a:xfrm>
            <a:off x="9415369" y="6706419"/>
            <a:ext cx="8457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Data Analysis and Uncover Insights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28" name="Audio 27">
            <a:hlinkClick r:id="" action="ppaction://media"/>
            <a:extLst>
              <a:ext uri="{FF2B5EF4-FFF2-40B4-BE49-F238E27FC236}">
                <a16:creationId xmlns:a16="http://schemas.microsoft.com/office/drawing/2014/main" id="{9A9A6718-0324-80C0-5BA3-ED385714AF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61"/>
    </mc:Choice>
    <mc:Fallback xmlns="">
      <p:transition spd="slow" advTm="576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2127159" y="6480806"/>
            <a:ext cx="2972219" cy="88175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860915"/>
            <a:ext cx="463612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Insights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17112" y="7810500"/>
            <a:ext cx="17253775" cy="2017079"/>
            <a:chOff x="0" y="0"/>
            <a:chExt cx="23005033" cy="2689439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72183" y="6480309"/>
            <a:ext cx="2972219" cy="881758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2670342" y="6480309"/>
            <a:ext cx="2972219" cy="8817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2DC066-AD22-211F-FC54-6A7AF9391AEB}"/>
              </a:ext>
            </a:extLst>
          </p:cNvPr>
          <p:cNvSpPr txBox="1"/>
          <p:nvPr/>
        </p:nvSpPr>
        <p:spPr>
          <a:xfrm>
            <a:off x="2775068" y="3134108"/>
            <a:ext cx="167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A100FF"/>
                </a:solidFill>
              </a:rPr>
              <a:t>16</a:t>
            </a:r>
            <a:endParaRPr lang="en-IN" sz="6000" dirty="0">
              <a:solidFill>
                <a:srgbClr val="A100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D55383-B168-2880-F615-FBFAAFD62CED}"/>
              </a:ext>
            </a:extLst>
          </p:cNvPr>
          <p:cNvSpPr txBox="1"/>
          <p:nvPr/>
        </p:nvSpPr>
        <p:spPr>
          <a:xfrm>
            <a:off x="7927598" y="3134106"/>
            <a:ext cx="18718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A100FF"/>
                </a:solidFill>
              </a:rPr>
              <a:t>1897</a:t>
            </a:r>
            <a:endParaRPr lang="en-IN" sz="6000" dirty="0">
              <a:solidFill>
                <a:srgbClr val="A100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1F701-5AE9-7BEF-C079-0B43A3F84418}"/>
              </a:ext>
            </a:extLst>
          </p:cNvPr>
          <p:cNvSpPr txBox="1"/>
          <p:nvPr/>
        </p:nvSpPr>
        <p:spPr>
          <a:xfrm>
            <a:off x="12533990" y="3134107"/>
            <a:ext cx="327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A100FF"/>
                </a:solidFill>
              </a:rPr>
              <a:t>JANUARY</a:t>
            </a:r>
            <a:endParaRPr lang="en-IN" sz="6000" dirty="0">
              <a:solidFill>
                <a:srgbClr val="A100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EE758C-7D5B-5BDD-CF33-834092A06777}"/>
              </a:ext>
            </a:extLst>
          </p:cNvPr>
          <p:cNvSpPr txBox="1"/>
          <p:nvPr/>
        </p:nvSpPr>
        <p:spPr>
          <a:xfrm>
            <a:off x="2594711" y="4695522"/>
            <a:ext cx="2407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UNIQUE CATEGORIES</a:t>
            </a:r>
            <a:endParaRPr lang="en-IN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4821B1-A50E-301F-284D-641920075957}"/>
              </a:ext>
            </a:extLst>
          </p:cNvPr>
          <p:cNvSpPr txBox="1"/>
          <p:nvPr/>
        </p:nvSpPr>
        <p:spPr>
          <a:xfrm>
            <a:off x="7927598" y="4504229"/>
            <a:ext cx="24075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REACTION TO “ANIMAL” POSTS</a:t>
            </a:r>
            <a:endParaRPr lang="en-IN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397D64-0E0B-3C81-B92B-5D424CA04AE2}"/>
              </a:ext>
            </a:extLst>
          </p:cNvPr>
          <p:cNvSpPr txBox="1"/>
          <p:nvPr/>
        </p:nvSpPr>
        <p:spPr>
          <a:xfrm>
            <a:off x="12863109" y="4942930"/>
            <a:ext cx="29316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MONTH WITH MOST POSTS</a:t>
            </a:r>
            <a:endParaRPr lang="en-IN" sz="3200" dirty="0"/>
          </a:p>
        </p:txBody>
      </p:sp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4D446FB4-7A4D-EAB9-B458-6CF6359968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34"/>
    </mc:Choice>
    <mc:Fallback xmlns="">
      <p:transition spd="slow" advTm="125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1" y="-710238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AAE02C0D-DE22-925E-7D4B-5386732DB5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9966860"/>
              </p:ext>
            </p:extLst>
          </p:nvPr>
        </p:nvGraphicFramePr>
        <p:xfrm>
          <a:off x="4524919" y="2214758"/>
          <a:ext cx="10364689" cy="585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27" name="Audio 26">
            <a:hlinkClick r:id="" action="ppaction://media"/>
            <a:extLst>
              <a:ext uri="{FF2B5EF4-FFF2-40B4-BE49-F238E27FC236}">
                <a16:creationId xmlns:a16="http://schemas.microsoft.com/office/drawing/2014/main" id="{E19EC577-73B6-EDF7-7178-FA28513DD3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450"/>
    </mc:Choice>
    <mc:Fallback xmlns="">
      <p:transition spd="slow" advTm="284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2" y="-1235382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FC3C39AA-C504-825A-A40B-4850BA764D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7180636"/>
              </p:ext>
            </p:extLst>
          </p:nvPr>
        </p:nvGraphicFramePr>
        <p:xfrm>
          <a:off x="4993274" y="2002475"/>
          <a:ext cx="10546557" cy="6267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32" name="Audio 31">
            <a:hlinkClick r:id="" action="ppaction://media"/>
            <a:extLst>
              <a:ext uri="{FF2B5EF4-FFF2-40B4-BE49-F238E27FC236}">
                <a16:creationId xmlns:a16="http://schemas.microsoft.com/office/drawing/2014/main" id="{9719E610-A70E-781A-7D11-5366C9D4FC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5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413"/>
    </mc:Choice>
    <mc:Fallback xmlns="">
      <p:transition spd="slow" advTm="284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5400000">
            <a:off x="10143618" y="5003701"/>
            <a:ext cx="942466" cy="27959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5400000">
            <a:off x="10143618" y="2227332"/>
            <a:ext cx="942466" cy="27959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5400000">
            <a:off x="10143618" y="7780070"/>
            <a:ext cx="942466" cy="27959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rcRect l="4069" t="1617" r="4069" b="1617"/>
          <a:stretch>
            <a:fillRect/>
          </a:stretch>
        </p:blipFill>
        <p:spPr>
          <a:xfrm>
            <a:off x="5438298" y="1161805"/>
            <a:ext cx="5036754" cy="796339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7200" y="4539600"/>
            <a:ext cx="470355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Summary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7032" y="9481425"/>
            <a:ext cx="9711338" cy="2017079"/>
            <a:chOff x="0" y="0"/>
            <a:chExt cx="12948451" cy="2689439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8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8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8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8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327032" y="-1179605"/>
            <a:ext cx="9711338" cy="2017079"/>
            <a:chOff x="0" y="0"/>
            <a:chExt cx="12948451" cy="2689439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8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8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8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8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20" name="Group 11">
            <a:extLst>
              <a:ext uri="{FF2B5EF4-FFF2-40B4-BE49-F238E27FC236}">
                <a16:creationId xmlns:a16="http://schemas.microsoft.com/office/drawing/2014/main" id="{C00ABEC5-EF3F-4E3E-827E-EB1F2EF17C0D}"/>
              </a:ext>
            </a:extLst>
          </p:cNvPr>
          <p:cNvGrpSpPr/>
          <p:nvPr/>
        </p:nvGrpSpPr>
        <p:grpSpPr>
          <a:xfrm>
            <a:off x="11581833" y="1580430"/>
            <a:ext cx="5677467" cy="867617"/>
            <a:chOff x="0" y="-47625"/>
            <a:chExt cx="7569956" cy="1156823"/>
          </a:xfrm>
        </p:grpSpPr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19A1BE45-8301-44C6-A0D0-F8FDA800622F}"/>
                </a:ext>
              </a:extLst>
            </p:cNvPr>
            <p:cNvSpPr txBox="1"/>
            <p:nvPr/>
          </p:nvSpPr>
          <p:spPr>
            <a:xfrm>
              <a:off x="0" y="691990"/>
              <a:ext cx="7569956" cy="417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endParaRPr lang="en-US" sz="1900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22" name="TextBox 13">
              <a:extLst>
                <a:ext uri="{FF2B5EF4-FFF2-40B4-BE49-F238E27FC236}">
                  <a16:creationId xmlns:a16="http://schemas.microsoft.com/office/drawing/2014/main" id="{3DAE5247-0244-4123-A713-8D8809E80C70}"/>
                </a:ext>
              </a:extLst>
            </p:cNvPr>
            <p:cNvSpPr txBox="1"/>
            <p:nvPr/>
          </p:nvSpPr>
          <p:spPr>
            <a:xfrm>
              <a:off x="0" y="-47625"/>
              <a:ext cx="7569956" cy="4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endParaRPr lang="en-US" sz="2100" spc="-21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</p:grpSp>
      <p:grpSp>
        <p:nvGrpSpPr>
          <p:cNvPr id="23" name="Group 14">
            <a:extLst>
              <a:ext uri="{FF2B5EF4-FFF2-40B4-BE49-F238E27FC236}">
                <a16:creationId xmlns:a16="http://schemas.microsoft.com/office/drawing/2014/main" id="{F49CBA38-C879-499F-B0F5-691188949921}"/>
              </a:ext>
            </a:extLst>
          </p:cNvPr>
          <p:cNvGrpSpPr/>
          <p:nvPr/>
        </p:nvGrpSpPr>
        <p:grpSpPr>
          <a:xfrm>
            <a:off x="11581833" y="6964868"/>
            <a:ext cx="5677467" cy="867617"/>
            <a:chOff x="0" y="-47625"/>
            <a:chExt cx="7569956" cy="1156823"/>
          </a:xfrm>
        </p:grpSpPr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3A90234A-916B-4C29-ACF1-11F97E8C2563}"/>
                </a:ext>
              </a:extLst>
            </p:cNvPr>
            <p:cNvSpPr txBox="1"/>
            <p:nvPr/>
          </p:nvSpPr>
          <p:spPr>
            <a:xfrm>
              <a:off x="0" y="691990"/>
              <a:ext cx="7569956" cy="417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endParaRPr lang="en-US" sz="1900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E1CF9388-A25B-45EF-AAD4-73FE2BA72053}"/>
                </a:ext>
              </a:extLst>
            </p:cNvPr>
            <p:cNvSpPr txBox="1"/>
            <p:nvPr/>
          </p:nvSpPr>
          <p:spPr>
            <a:xfrm>
              <a:off x="0" y="-47625"/>
              <a:ext cx="7569956" cy="4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endParaRPr lang="en-US" sz="2100" spc="-21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016929-0F30-D612-F94F-AE431056E3A1}"/>
              </a:ext>
            </a:extLst>
          </p:cNvPr>
          <p:cNvSpPr txBox="1"/>
          <p:nvPr/>
        </p:nvSpPr>
        <p:spPr>
          <a:xfrm>
            <a:off x="11105866" y="2022693"/>
            <a:ext cx="66294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ANALYSIS</a:t>
            </a:r>
          </a:p>
          <a:p>
            <a:r>
              <a:rPr lang="en-US" sz="2400" dirty="0"/>
              <a:t>Animals and Science are the two most popular categories of content, showing that people enjoy “real-life”  and “factual” content the most.</a:t>
            </a:r>
          </a:p>
          <a:p>
            <a:endParaRPr lang="en-US" sz="2400" dirty="0"/>
          </a:p>
          <a:p>
            <a:r>
              <a:rPr lang="en-US" sz="2400" dirty="0"/>
              <a:t>INSIGHTS</a:t>
            </a:r>
          </a:p>
          <a:p>
            <a:r>
              <a:rPr lang="en-US" sz="2400" dirty="0"/>
              <a:t>Food is a common theme with the top 5 categories with “Healthy Eating” ranking the highest. This may give an indication to the audience within your user base. You could use this insight to create a campaign and work with healthy eating brands to boost user engagement.</a:t>
            </a:r>
          </a:p>
          <a:p>
            <a:endParaRPr lang="en-US" sz="2400" dirty="0"/>
          </a:p>
          <a:p>
            <a:r>
              <a:rPr lang="en-US" sz="2400" dirty="0"/>
              <a:t>NEXT STEPS</a:t>
            </a:r>
          </a:p>
          <a:p>
            <a:r>
              <a:rPr lang="en-US" sz="2400" dirty="0"/>
              <a:t>This ad-hoc analysis is insightful, but it’s time to take this analysis into large scale production for real-time understanding of your business. We can show you how to do this. </a:t>
            </a:r>
            <a:endParaRPr lang="en-IN" sz="2400" dirty="0"/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B8538EC5-A87F-36E8-E161-D3A4A44650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221"/>
    </mc:Choice>
    <mc:Fallback xmlns="">
      <p:transition spd="slow" advTm="422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28428" y="3599225"/>
            <a:ext cx="3546595" cy="3371248"/>
            <a:chOff x="0" y="0"/>
            <a:chExt cx="4728794" cy="4494997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782946" y="549149"/>
              <a:ext cx="3945848" cy="3945848"/>
              <a:chOff x="0" y="0"/>
              <a:chExt cx="6350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160550" y="152500"/>
              <a:ext cx="3945848" cy="395426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4669076" y="4178375"/>
            <a:ext cx="572982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Thank you!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17113" y="-1140306"/>
            <a:ext cx="17253775" cy="2017079"/>
            <a:chOff x="0" y="0"/>
            <a:chExt cx="23005033" cy="2689439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517113" y="9394369"/>
            <a:ext cx="17253775" cy="2017079"/>
            <a:chOff x="0" y="0"/>
            <a:chExt cx="23005033" cy="2689439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7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6AFD375F-82DF-63F3-6F1A-AEA51633FE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4"/>
    </mc:Choice>
    <mc:Fallback xmlns="">
      <p:transition spd="slow" advTm="18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321</Words>
  <Application>Microsoft Office PowerPoint</Application>
  <PresentationFormat>Custom</PresentationFormat>
  <Paragraphs>79</Paragraphs>
  <Slides>11</Slides>
  <Notes>11</Notes>
  <HiddenSlides>0</HiddenSlides>
  <MMClips>11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Graphik Regular</vt:lpstr>
      <vt:lpstr>Clear Sans Regular Bold</vt:lpstr>
      <vt:lpstr>DM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creator>Kevin Dang</dc:creator>
  <cp:lastModifiedBy>Manas Mehrotra</cp:lastModifiedBy>
  <cp:revision>8</cp:revision>
  <dcterms:created xsi:type="dcterms:W3CDTF">2006-08-16T00:00:00Z</dcterms:created>
  <dcterms:modified xsi:type="dcterms:W3CDTF">2024-11-16T12:22:49Z</dcterms:modified>
  <dc:identifier>DAEhDyfaYKE</dc:identifier>
</cp:coreProperties>
</file>